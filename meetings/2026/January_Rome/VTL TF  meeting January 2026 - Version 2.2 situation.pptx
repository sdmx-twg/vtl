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0" r:id="rId4"/>
    <p:sldMasterId id="2147483830" r:id="rId5"/>
    <p:sldMasterId id="2147483831" r:id="rId6"/>
  </p:sldMasterIdLst>
  <p:notesMasterIdLst>
    <p:notesMasterId r:id="rId17"/>
  </p:notesMasterIdLst>
  <p:sldIdLst>
    <p:sldId id="543" r:id="rId7"/>
    <p:sldId id="570" r:id="rId8"/>
    <p:sldId id="588" r:id="rId9"/>
    <p:sldId id="589" r:id="rId10"/>
    <p:sldId id="576" r:id="rId11"/>
    <p:sldId id="590" r:id="rId12"/>
    <p:sldId id="591" r:id="rId13"/>
    <p:sldId id="592" r:id="rId14"/>
    <p:sldId id="593" r:id="rId15"/>
    <p:sldId id="554" r:id="rId16"/>
  </p:sldIdLst>
  <p:sldSz cx="12192000" cy="6858000"/>
  <p:notesSz cx="6858000" cy="9144000"/>
  <p:embeddedFontLst>
    <p:embeddedFont>
      <p:font typeface="Cambria" panose="02040503050406030204" pitchFamily="18" charset="0"/>
      <p:regular r:id="rId18"/>
      <p:bold r:id="rId19"/>
      <p:italic r:id="rId20"/>
      <p:boldItalic r:id="rId21"/>
    </p:embeddedFont>
    <p:embeddedFont>
      <p:font typeface="Haettenschweiler" panose="020B0706040902060204" pitchFamily="34" charset="0"/>
      <p:regular r:id="rId22"/>
    </p:embeddedFont>
    <p:embeddedFont>
      <p:font typeface="Source Sans Pro Light" panose="020B0403030403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000000"/>
          </p15:clr>
        </p15:guide>
        <p15:guide id="2" pos="3840" userDrawn="1">
          <p15:clr>
            <a:srgbClr val="000000"/>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C1C7"/>
    <a:srgbClr val="95DCD6"/>
    <a:srgbClr val="7FD6DD"/>
    <a:srgbClr val="70C1C8"/>
    <a:srgbClr val="93DC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9" autoAdjust="0"/>
  </p:normalViewPr>
  <p:slideViewPr>
    <p:cSldViewPr snapToGrid="0">
      <p:cViewPr varScale="1">
        <p:scale>
          <a:sx n="63" d="100"/>
          <a:sy n="63" d="100"/>
        </p:scale>
        <p:origin x="804"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304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7.fntdata"/><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Shape 6"/>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Shape 7"/>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lstStyle>
            <a:lvl1pPr marR="0" lvl="0"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‹N›</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t-IT" noProof="0" dirty="0"/>
          </a:p>
        </p:txBody>
      </p:sp>
      <p:sp>
        <p:nvSpPr>
          <p:cNvPr id="4" name="Slide Number Placeholder 3"/>
          <p:cNvSpPr>
            <a:spLocks noGrp="1"/>
          </p:cNvSpPr>
          <p:nvPr>
            <p:ph type="sldNum" sz="quarter" idx="10"/>
          </p:nvPr>
        </p:nvSpPr>
        <p:spPr/>
        <p:txBody>
          <a:bodyPr/>
          <a:lstStyle/>
          <a:p>
            <a:fld id="{1D76769E-C829-4283-B80E-CB90D995C291}" type="slidenum">
              <a:rPr lang="en-US" smtClean="0"/>
              <a:pPr/>
              <a:t>1</a:t>
            </a:fld>
            <a:endParaRPr lang="en-US"/>
          </a:p>
        </p:txBody>
      </p:sp>
    </p:spTree>
    <p:extLst>
      <p:ext uri="{BB962C8B-B14F-4D97-AF65-F5344CB8AC3E}">
        <p14:creationId xmlns:p14="http://schemas.microsoft.com/office/powerpoint/2010/main" val="37264368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Shape 462">
            <a:extLst>
              <a:ext uri="{FF2B5EF4-FFF2-40B4-BE49-F238E27FC236}">
                <a16:creationId xmlns:a16="http://schemas.microsoft.com/office/drawing/2014/main" id="{5B11F391-8C82-4FCC-9F76-6E5C92138488}"/>
              </a:ext>
            </a:extLst>
          </p:cNvPr>
          <p:cNvSpPr txBox="1"/>
          <p:nvPr userDrawn="1"/>
        </p:nvSpPr>
        <p:spPr>
          <a:xfrm flipH="1">
            <a:off x="0" y="3908425"/>
            <a:ext cx="12192000" cy="2949600"/>
          </a:xfrm>
          <a:prstGeom prst="rect">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C5C5C"/>
              </a:solidFill>
              <a:latin typeface="Calibri"/>
              <a:ea typeface="Calibri"/>
              <a:cs typeface="Calibri"/>
              <a:sym typeface="Calibri"/>
            </a:endParaRPr>
          </a:p>
        </p:txBody>
      </p:sp>
      <p:sp>
        <p:nvSpPr>
          <p:cNvPr id="4" name="Shape 463">
            <a:extLst>
              <a:ext uri="{FF2B5EF4-FFF2-40B4-BE49-F238E27FC236}">
                <a16:creationId xmlns:a16="http://schemas.microsoft.com/office/drawing/2014/main" id="{8F5B8DB6-7455-4E73-B1B7-304E4F77EE32}"/>
              </a:ext>
            </a:extLst>
          </p:cNvPr>
          <p:cNvSpPr txBox="1"/>
          <p:nvPr userDrawn="1"/>
        </p:nvSpPr>
        <p:spPr>
          <a:xfrm>
            <a:off x="814916" y="4821237"/>
            <a:ext cx="5630400" cy="706500"/>
          </a:xfrm>
          <a:prstGeom prst="rect">
            <a:avLst/>
          </a:prstGeom>
          <a:noFill/>
          <a:ln>
            <a:noFill/>
          </a:ln>
        </p:spPr>
        <p:txBody>
          <a:bodyPr spcFirstLastPara="1" wrap="square" lIns="91425" tIns="45700" rIns="91425" bIns="45700" anchor="ctr" anchorCtr="0">
            <a:noAutofit/>
          </a:bodyPr>
          <a:lstStyle/>
          <a:p>
            <a:pPr marL="0" lvl="0" indent="0" rtl="0">
              <a:spcBef>
                <a:spcPts val="0"/>
              </a:spcBef>
              <a:spcAft>
                <a:spcPts val="0"/>
              </a:spcAft>
              <a:buNone/>
            </a:pPr>
            <a:r>
              <a:rPr lang="en-US" sz="4000" dirty="0">
                <a:solidFill>
                  <a:srgbClr val="FFFFFF"/>
                </a:solidFill>
                <a:latin typeface="Calibri"/>
                <a:ea typeface="Calibri"/>
                <a:cs typeface="Calibri"/>
                <a:sym typeface="Calibri"/>
              </a:rPr>
              <a:t>meaningfuldata.eu</a:t>
            </a:r>
            <a:endParaRPr sz="3200" dirty="0">
              <a:solidFill>
                <a:srgbClr val="949494"/>
              </a:solidFill>
              <a:latin typeface="Calibri"/>
              <a:ea typeface="Calibri"/>
              <a:cs typeface="Calibri"/>
              <a:sym typeface="Calibri"/>
            </a:endParaRPr>
          </a:p>
        </p:txBody>
      </p:sp>
      <p:sp>
        <p:nvSpPr>
          <p:cNvPr id="5" name="Shape 464">
            <a:extLst>
              <a:ext uri="{FF2B5EF4-FFF2-40B4-BE49-F238E27FC236}">
                <a16:creationId xmlns:a16="http://schemas.microsoft.com/office/drawing/2014/main" id="{4046A8E7-49DB-4570-9FF9-CF5A2545DCF7}"/>
              </a:ext>
            </a:extLst>
          </p:cNvPr>
          <p:cNvSpPr txBox="1"/>
          <p:nvPr userDrawn="1"/>
        </p:nvSpPr>
        <p:spPr>
          <a:xfrm>
            <a:off x="7209164" y="4639384"/>
            <a:ext cx="4062800" cy="836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FF"/>
              </a:buClr>
              <a:buSzPts val="1200"/>
              <a:buFont typeface="Calibri"/>
              <a:buNone/>
            </a:pPr>
            <a:endParaRPr sz="1400" dirty="0"/>
          </a:p>
          <a:p>
            <a:pPr marL="0" marR="0" lvl="0" indent="0" algn="l" rtl="0">
              <a:lnSpc>
                <a:spcPct val="100000"/>
              </a:lnSpc>
              <a:spcBef>
                <a:spcPts val="60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Antonio Olleros</a:t>
            </a:r>
            <a:endParaRPr sz="1400" dirty="0"/>
          </a:p>
          <a:p>
            <a:pPr marL="0" marR="0" lvl="0" indent="0" algn="l" rtl="0">
              <a:lnSpc>
                <a:spcPct val="100000"/>
              </a:lnSpc>
              <a:spcBef>
                <a:spcPts val="600"/>
              </a:spcBef>
              <a:spcAft>
                <a:spcPts val="600"/>
              </a:spcAft>
              <a:buClr>
                <a:srgbClr val="FFFFFF"/>
              </a:buClr>
              <a:buSzPts val="1200"/>
              <a:buFont typeface="Calibri"/>
              <a:buNone/>
            </a:pPr>
            <a:r>
              <a:rPr lang="en-US" sz="1200" b="1" i="1" u="none" strike="noStrike" cap="none" dirty="0">
                <a:solidFill>
                  <a:srgbClr val="FFFFFF"/>
                </a:solidFill>
                <a:latin typeface="Calibri"/>
                <a:ea typeface="Calibri"/>
                <a:cs typeface="Calibri"/>
                <a:sym typeface="Calibri"/>
              </a:rPr>
              <a:t>Founder &amp; CEO </a:t>
            </a:r>
            <a:endParaRPr sz="1200" b="1" i="1" u="none" strike="noStrike" cap="none" dirty="0">
              <a:solidFill>
                <a:srgbClr val="FFFFFF"/>
              </a:solidFill>
              <a:latin typeface="Calibri"/>
              <a:ea typeface="Calibri"/>
              <a:cs typeface="Calibri"/>
              <a:sym typeface="Calibri"/>
            </a:endParaRPr>
          </a:p>
        </p:txBody>
      </p:sp>
      <p:sp>
        <p:nvSpPr>
          <p:cNvPr id="6" name="Shape 465">
            <a:extLst>
              <a:ext uri="{FF2B5EF4-FFF2-40B4-BE49-F238E27FC236}">
                <a16:creationId xmlns:a16="http://schemas.microsoft.com/office/drawing/2014/main" id="{0A6E5E98-87C2-4F2B-B703-309DD63E4373}"/>
              </a:ext>
            </a:extLst>
          </p:cNvPr>
          <p:cNvSpPr txBox="1"/>
          <p:nvPr userDrawn="1"/>
        </p:nvSpPr>
        <p:spPr>
          <a:xfrm>
            <a:off x="7278729" y="5797357"/>
            <a:ext cx="3795600" cy="3297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24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antonio.olleros@meaningfuldata.eu</a:t>
            </a:r>
            <a:br>
              <a:rPr lang="en-US" sz="1200" b="1" i="0" u="none" strike="noStrike" cap="none">
                <a:solidFill>
                  <a:srgbClr val="FFFFFF"/>
                </a:solidFill>
                <a:latin typeface="Calibri"/>
                <a:ea typeface="Calibri"/>
                <a:cs typeface="Calibri"/>
                <a:sym typeface="Calibri"/>
              </a:rPr>
            </a:br>
            <a:endParaRPr sz="1200" b="0" i="0" u="none" strike="noStrike" cap="none">
              <a:solidFill>
                <a:srgbClr val="FFFFFF"/>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Calibri"/>
              <a:ea typeface="Calibri"/>
              <a:cs typeface="Calibri"/>
              <a:sym typeface="Calibri"/>
            </a:endParaRPr>
          </a:p>
        </p:txBody>
      </p:sp>
      <p:sp>
        <p:nvSpPr>
          <p:cNvPr id="7" name="Shape 466">
            <a:extLst>
              <a:ext uri="{FF2B5EF4-FFF2-40B4-BE49-F238E27FC236}">
                <a16:creationId xmlns:a16="http://schemas.microsoft.com/office/drawing/2014/main" id="{2FE76B40-BF2E-4972-AEFF-23F2D67BEF96}"/>
              </a:ext>
            </a:extLst>
          </p:cNvPr>
          <p:cNvSpPr/>
          <p:nvPr userDrawn="1"/>
        </p:nvSpPr>
        <p:spPr>
          <a:xfrm>
            <a:off x="7007254" y="5555478"/>
            <a:ext cx="138399" cy="159453"/>
          </a:xfrm>
          <a:custGeom>
            <a:avLst/>
            <a:gdLst/>
            <a:ahLst/>
            <a:cxnLst/>
            <a:rect l="0" t="0" r="0" b="0"/>
            <a:pathLst>
              <a:path w="232" h="392" extrusionOk="0">
                <a:moveTo>
                  <a:pt x="192" y="0"/>
                </a:moveTo>
                <a:cubicBezTo>
                  <a:pt x="40" y="0"/>
                  <a:pt x="40" y="0"/>
                  <a:pt x="40" y="0"/>
                </a:cubicBezTo>
                <a:cubicBezTo>
                  <a:pt x="18" y="0"/>
                  <a:pt x="0" y="18"/>
                  <a:pt x="0" y="40"/>
                </a:cubicBezTo>
                <a:cubicBezTo>
                  <a:pt x="0" y="352"/>
                  <a:pt x="0" y="352"/>
                  <a:pt x="0" y="352"/>
                </a:cubicBezTo>
                <a:cubicBezTo>
                  <a:pt x="0" y="374"/>
                  <a:pt x="18" y="392"/>
                  <a:pt x="40" y="392"/>
                </a:cubicBezTo>
                <a:cubicBezTo>
                  <a:pt x="192" y="392"/>
                  <a:pt x="192" y="392"/>
                  <a:pt x="192" y="392"/>
                </a:cubicBezTo>
                <a:cubicBezTo>
                  <a:pt x="214" y="392"/>
                  <a:pt x="232" y="374"/>
                  <a:pt x="232" y="352"/>
                </a:cubicBezTo>
                <a:cubicBezTo>
                  <a:pt x="232" y="40"/>
                  <a:pt x="232" y="40"/>
                  <a:pt x="232" y="40"/>
                </a:cubicBezTo>
                <a:cubicBezTo>
                  <a:pt x="232" y="18"/>
                  <a:pt x="214" y="0"/>
                  <a:pt x="192" y="0"/>
                </a:cubicBezTo>
                <a:close/>
                <a:moveTo>
                  <a:pt x="116" y="376"/>
                </a:moveTo>
                <a:cubicBezTo>
                  <a:pt x="101" y="376"/>
                  <a:pt x="88" y="367"/>
                  <a:pt x="88" y="356"/>
                </a:cubicBezTo>
                <a:cubicBezTo>
                  <a:pt x="88" y="345"/>
                  <a:pt x="101" y="336"/>
                  <a:pt x="116" y="336"/>
                </a:cubicBezTo>
                <a:cubicBezTo>
                  <a:pt x="131" y="336"/>
                  <a:pt x="144" y="345"/>
                  <a:pt x="144" y="356"/>
                </a:cubicBezTo>
                <a:cubicBezTo>
                  <a:pt x="144" y="367"/>
                  <a:pt x="131" y="376"/>
                  <a:pt x="116" y="376"/>
                </a:cubicBezTo>
                <a:close/>
                <a:moveTo>
                  <a:pt x="200" y="316"/>
                </a:moveTo>
                <a:cubicBezTo>
                  <a:pt x="32" y="316"/>
                  <a:pt x="32" y="316"/>
                  <a:pt x="32" y="316"/>
                </a:cubicBezTo>
                <a:cubicBezTo>
                  <a:pt x="32" y="52"/>
                  <a:pt x="32" y="52"/>
                  <a:pt x="32" y="52"/>
                </a:cubicBezTo>
                <a:cubicBezTo>
                  <a:pt x="200" y="52"/>
                  <a:pt x="200" y="52"/>
                  <a:pt x="200" y="52"/>
                </a:cubicBezTo>
                <a:lnTo>
                  <a:pt x="200" y="316"/>
                </a:lnTo>
                <a:close/>
              </a:path>
            </a:pathLst>
          </a:custGeom>
          <a:solidFill>
            <a:srgbClr val="C8E3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C5C5C"/>
              </a:solidFill>
              <a:latin typeface="Calibri"/>
              <a:ea typeface="Calibri"/>
              <a:cs typeface="Calibri"/>
              <a:sym typeface="Calibri"/>
            </a:endParaRPr>
          </a:p>
        </p:txBody>
      </p:sp>
      <p:sp>
        <p:nvSpPr>
          <p:cNvPr id="8" name="Shape 467">
            <a:extLst>
              <a:ext uri="{FF2B5EF4-FFF2-40B4-BE49-F238E27FC236}">
                <a16:creationId xmlns:a16="http://schemas.microsoft.com/office/drawing/2014/main" id="{A68C3AC3-A15A-4711-82E8-53D2E77C39E3}"/>
              </a:ext>
            </a:extLst>
          </p:cNvPr>
          <p:cNvSpPr/>
          <p:nvPr userDrawn="1"/>
        </p:nvSpPr>
        <p:spPr>
          <a:xfrm>
            <a:off x="6974790" y="5976241"/>
            <a:ext cx="192773" cy="108572"/>
          </a:xfrm>
          <a:custGeom>
            <a:avLst/>
            <a:gdLst/>
            <a:ahLst/>
            <a:cxnLst/>
            <a:rect l="0" t="0" r="0" b="0"/>
            <a:pathLst>
              <a:path w="374" h="232" extrusionOk="0">
                <a:moveTo>
                  <a:pt x="19" y="22"/>
                </a:moveTo>
                <a:cubicBezTo>
                  <a:pt x="28" y="27"/>
                  <a:pt x="164" y="99"/>
                  <a:pt x="169" y="102"/>
                </a:cubicBezTo>
                <a:cubicBezTo>
                  <a:pt x="174" y="105"/>
                  <a:pt x="180" y="106"/>
                  <a:pt x="187" y="106"/>
                </a:cubicBezTo>
                <a:cubicBezTo>
                  <a:pt x="193" y="106"/>
                  <a:pt x="200" y="105"/>
                  <a:pt x="205" y="102"/>
                </a:cubicBezTo>
                <a:cubicBezTo>
                  <a:pt x="210" y="99"/>
                  <a:pt x="345" y="27"/>
                  <a:pt x="355" y="22"/>
                </a:cubicBezTo>
                <a:cubicBezTo>
                  <a:pt x="365" y="16"/>
                  <a:pt x="374" y="0"/>
                  <a:pt x="356" y="0"/>
                </a:cubicBezTo>
                <a:cubicBezTo>
                  <a:pt x="18" y="0"/>
                  <a:pt x="18" y="0"/>
                  <a:pt x="18" y="0"/>
                </a:cubicBezTo>
                <a:cubicBezTo>
                  <a:pt x="0" y="0"/>
                  <a:pt x="9" y="16"/>
                  <a:pt x="19" y="22"/>
                </a:cubicBezTo>
                <a:close/>
                <a:moveTo>
                  <a:pt x="359" y="62"/>
                </a:moveTo>
                <a:cubicBezTo>
                  <a:pt x="348" y="67"/>
                  <a:pt x="212" y="139"/>
                  <a:pt x="205" y="142"/>
                </a:cubicBezTo>
                <a:cubicBezTo>
                  <a:pt x="198" y="146"/>
                  <a:pt x="193" y="146"/>
                  <a:pt x="187" y="146"/>
                </a:cubicBezTo>
                <a:cubicBezTo>
                  <a:pt x="180" y="146"/>
                  <a:pt x="175" y="146"/>
                  <a:pt x="169" y="142"/>
                </a:cubicBezTo>
                <a:cubicBezTo>
                  <a:pt x="162" y="139"/>
                  <a:pt x="26" y="67"/>
                  <a:pt x="15" y="62"/>
                </a:cubicBezTo>
                <a:cubicBezTo>
                  <a:pt x="7" y="58"/>
                  <a:pt x="7" y="62"/>
                  <a:pt x="7" y="66"/>
                </a:cubicBezTo>
                <a:cubicBezTo>
                  <a:pt x="7" y="70"/>
                  <a:pt x="7" y="213"/>
                  <a:pt x="7" y="213"/>
                </a:cubicBezTo>
                <a:cubicBezTo>
                  <a:pt x="7" y="221"/>
                  <a:pt x="18" y="232"/>
                  <a:pt x="27" y="232"/>
                </a:cubicBezTo>
                <a:cubicBezTo>
                  <a:pt x="347" y="232"/>
                  <a:pt x="347" y="232"/>
                  <a:pt x="347" y="232"/>
                </a:cubicBezTo>
                <a:cubicBezTo>
                  <a:pt x="356" y="232"/>
                  <a:pt x="367" y="221"/>
                  <a:pt x="367" y="213"/>
                </a:cubicBezTo>
                <a:cubicBezTo>
                  <a:pt x="367" y="213"/>
                  <a:pt x="367" y="70"/>
                  <a:pt x="367" y="66"/>
                </a:cubicBezTo>
                <a:cubicBezTo>
                  <a:pt x="367" y="62"/>
                  <a:pt x="367" y="58"/>
                  <a:pt x="359" y="62"/>
                </a:cubicBezTo>
                <a:close/>
              </a:path>
            </a:pathLst>
          </a:custGeom>
          <a:solidFill>
            <a:srgbClr val="C8E3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5C5C5C"/>
              </a:solidFill>
              <a:latin typeface="Calibri"/>
              <a:ea typeface="Calibri"/>
              <a:cs typeface="Calibri"/>
              <a:sym typeface="Calibri"/>
            </a:endParaRPr>
          </a:p>
        </p:txBody>
      </p:sp>
      <p:cxnSp>
        <p:nvCxnSpPr>
          <p:cNvPr id="9" name="Shape 468">
            <a:extLst>
              <a:ext uri="{FF2B5EF4-FFF2-40B4-BE49-F238E27FC236}">
                <a16:creationId xmlns:a16="http://schemas.microsoft.com/office/drawing/2014/main" id="{8853CB5A-75E7-43F4-8004-7E453E7C9A61}"/>
              </a:ext>
            </a:extLst>
          </p:cNvPr>
          <p:cNvCxnSpPr/>
          <p:nvPr userDrawn="1"/>
        </p:nvCxnSpPr>
        <p:spPr>
          <a:xfrm>
            <a:off x="6700439" y="4631966"/>
            <a:ext cx="6800" cy="1591200"/>
          </a:xfrm>
          <a:prstGeom prst="straightConnector1">
            <a:avLst/>
          </a:prstGeom>
          <a:noFill/>
          <a:ln w="9525" cap="flat" cmpd="sng">
            <a:solidFill>
              <a:srgbClr val="FFFFFF"/>
            </a:solidFill>
            <a:prstDash val="solid"/>
            <a:miter lim="800000"/>
            <a:headEnd type="none" w="sm" len="sm"/>
            <a:tailEnd type="none" w="sm" len="sm"/>
          </a:ln>
        </p:spPr>
      </p:cxnSp>
      <p:pic>
        <p:nvPicPr>
          <p:cNvPr id="11" name="Shape 470">
            <a:extLst>
              <a:ext uri="{FF2B5EF4-FFF2-40B4-BE49-F238E27FC236}">
                <a16:creationId xmlns:a16="http://schemas.microsoft.com/office/drawing/2014/main" id="{BFF185B5-6723-40CB-B506-42E43C14EE69}"/>
              </a:ext>
            </a:extLst>
          </p:cNvPr>
          <p:cNvPicPr preferRelativeResize="0"/>
          <p:nvPr userDrawn="1"/>
        </p:nvPicPr>
        <p:blipFill rotWithShape="1">
          <a:blip r:embed="rId2">
            <a:alphaModFix/>
          </a:blip>
          <a:srcRect/>
          <a:stretch/>
        </p:blipFill>
        <p:spPr>
          <a:xfrm>
            <a:off x="5994400" y="3409950"/>
            <a:ext cx="203200" cy="38100"/>
          </a:xfrm>
          <a:prstGeom prst="rect">
            <a:avLst/>
          </a:prstGeom>
          <a:noFill/>
          <a:ln>
            <a:noFill/>
          </a:ln>
        </p:spPr>
      </p:pic>
      <p:sp>
        <p:nvSpPr>
          <p:cNvPr id="12" name="Shape 471">
            <a:extLst>
              <a:ext uri="{FF2B5EF4-FFF2-40B4-BE49-F238E27FC236}">
                <a16:creationId xmlns:a16="http://schemas.microsoft.com/office/drawing/2014/main" id="{E4AF8E28-0E2B-41A9-AE68-F87D822A62ED}"/>
              </a:ext>
            </a:extLst>
          </p:cNvPr>
          <p:cNvSpPr txBox="1"/>
          <p:nvPr userDrawn="1"/>
        </p:nvSpPr>
        <p:spPr>
          <a:xfrm>
            <a:off x="7278729" y="5479298"/>
            <a:ext cx="3795600" cy="3297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+34 645 89 16 57</a:t>
            </a:r>
            <a:br>
              <a:rPr lang="en-US" sz="1200" b="1" i="0" u="none" strike="noStrike" cap="none" dirty="0">
                <a:solidFill>
                  <a:srgbClr val="FFFFFF"/>
                </a:solidFill>
                <a:latin typeface="Calibri"/>
                <a:ea typeface="Calibri"/>
                <a:cs typeface="Calibri"/>
                <a:sym typeface="Calibri"/>
              </a:rPr>
            </a:br>
            <a:endParaRPr sz="1200" b="0" i="0" u="none" strike="noStrike" cap="none" dirty="0">
              <a:solidFill>
                <a:srgbClr val="FFFFFF"/>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FFFFFF"/>
              </a:solidFill>
              <a:latin typeface="Calibri"/>
              <a:ea typeface="Calibri"/>
              <a:cs typeface="Calibri"/>
              <a:sym typeface="Calibri"/>
            </a:endParaRPr>
          </a:p>
        </p:txBody>
      </p:sp>
      <p:pic>
        <p:nvPicPr>
          <p:cNvPr id="16" name="Shape 472">
            <a:extLst>
              <a:ext uri="{FF2B5EF4-FFF2-40B4-BE49-F238E27FC236}">
                <a16:creationId xmlns:a16="http://schemas.microsoft.com/office/drawing/2014/main" id="{472A15A5-E1BC-46E1-B6AC-865651FE94BB}"/>
              </a:ext>
            </a:extLst>
          </p:cNvPr>
          <p:cNvPicPr preferRelativeResize="0"/>
          <p:nvPr userDrawn="1"/>
        </p:nvPicPr>
        <p:blipFill rotWithShape="1">
          <a:blip r:embed="rId3">
            <a:alphaModFix/>
          </a:blip>
          <a:srcRect/>
          <a:stretch/>
        </p:blipFill>
        <p:spPr>
          <a:xfrm>
            <a:off x="297346" y="397869"/>
            <a:ext cx="3551724" cy="1050725"/>
          </a:xfrm>
          <a:prstGeom prst="rect">
            <a:avLst/>
          </a:prstGeom>
          <a:noFill/>
          <a:ln>
            <a:noFill/>
          </a:ln>
        </p:spPr>
      </p:pic>
      <p:sp>
        <p:nvSpPr>
          <p:cNvPr id="17" name="Shape 473">
            <a:extLst>
              <a:ext uri="{FF2B5EF4-FFF2-40B4-BE49-F238E27FC236}">
                <a16:creationId xmlns:a16="http://schemas.microsoft.com/office/drawing/2014/main" id="{18ABC321-DD85-4B68-BE64-B027154B62F6}"/>
              </a:ext>
            </a:extLst>
          </p:cNvPr>
          <p:cNvSpPr txBox="1"/>
          <p:nvPr userDrawn="1"/>
        </p:nvSpPr>
        <p:spPr>
          <a:xfrm>
            <a:off x="1378088" y="1018065"/>
            <a:ext cx="5110200" cy="485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A6A6A6"/>
              </a:buClr>
              <a:buSzPts val="1700"/>
              <a:buFont typeface="Calibri"/>
              <a:buNone/>
            </a:pPr>
            <a:r>
              <a:rPr lang="en-US" sz="1700" b="0" i="0" u="none" strike="noStrike" cap="none">
                <a:solidFill>
                  <a:srgbClr val="A6A6A6"/>
                </a:solidFill>
                <a:latin typeface="Calibri"/>
                <a:ea typeface="Calibri"/>
                <a:cs typeface="Calibri"/>
                <a:sym typeface="Calibri"/>
              </a:rPr>
              <a:t>Making your data </a:t>
            </a:r>
            <a:r>
              <a:rPr lang="en-US" sz="1700" b="1" i="0" u="none" strike="noStrike" cap="none">
                <a:solidFill>
                  <a:srgbClr val="70C1C8"/>
                </a:solidFill>
                <a:latin typeface="Calibri"/>
                <a:ea typeface="Calibri"/>
                <a:cs typeface="Calibri"/>
                <a:sym typeface="Calibri"/>
              </a:rPr>
              <a:t>worthwhile. </a:t>
            </a:r>
            <a:endParaRPr sz="1400" b="0" i="0" u="none" strike="noStrike" cap="none">
              <a:solidFill>
                <a:srgbClr val="70C1C8"/>
              </a:solidFill>
              <a:latin typeface="Arial"/>
              <a:ea typeface="Arial"/>
              <a:cs typeface="Arial"/>
              <a:sym typeface="Arial"/>
            </a:endParaRPr>
          </a:p>
        </p:txBody>
      </p:sp>
      <p:pic>
        <p:nvPicPr>
          <p:cNvPr id="18" name="Shape 474">
            <a:extLst>
              <a:ext uri="{FF2B5EF4-FFF2-40B4-BE49-F238E27FC236}">
                <a16:creationId xmlns:a16="http://schemas.microsoft.com/office/drawing/2014/main" id="{520E4FDA-EA01-49DF-A4DF-ED36F51DBE4E}"/>
              </a:ext>
            </a:extLst>
          </p:cNvPr>
          <p:cNvPicPr preferRelativeResize="0"/>
          <p:nvPr userDrawn="1"/>
        </p:nvPicPr>
        <p:blipFill rotWithShape="1">
          <a:blip r:embed="rId4">
            <a:alphaModFix/>
          </a:blip>
          <a:srcRect/>
          <a:stretch/>
        </p:blipFill>
        <p:spPr>
          <a:xfrm>
            <a:off x="10873072" y="201019"/>
            <a:ext cx="550874" cy="393700"/>
          </a:xfrm>
          <a:prstGeom prst="rect">
            <a:avLst/>
          </a:prstGeom>
          <a:noFill/>
          <a:ln>
            <a:noFill/>
          </a:ln>
        </p:spPr>
      </p:pic>
    </p:spTree>
    <p:extLst>
      <p:ext uri="{BB962C8B-B14F-4D97-AF65-F5344CB8AC3E}">
        <p14:creationId xmlns:p14="http://schemas.microsoft.com/office/powerpoint/2010/main" val="4037544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Shape 194">
            <a:extLst>
              <a:ext uri="{FF2B5EF4-FFF2-40B4-BE49-F238E27FC236}">
                <a16:creationId xmlns:a16="http://schemas.microsoft.com/office/drawing/2014/main" id="{82F1C95A-BFCE-48B4-8147-E4DEB1C088B2}"/>
              </a:ext>
            </a:extLst>
          </p:cNvPr>
          <p:cNvSpPr txBox="1">
            <a:spLocks/>
          </p:cNvSpPr>
          <p:nvPr userDrawn="1"/>
        </p:nvSpPr>
        <p:spPr>
          <a:xfrm>
            <a:off x="457199" y="490537"/>
            <a:ext cx="9902757" cy="711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5AAAE4"/>
              </a:buClr>
              <a:buSzPts val="4000"/>
              <a:buFont typeface="Source Sans Pro Light"/>
              <a:buNone/>
            </a:pPr>
            <a:r>
              <a:rPr lang="en-US" sz="4000" dirty="0">
                <a:solidFill>
                  <a:srgbClr val="70C1C8"/>
                </a:solidFill>
              </a:rPr>
              <a:t>Outline</a:t>
            </a:r>
            <a:endParaRPr lang="en-US" sz="4000" dirty="0">
              <a:solidFill>
                <a:srgbClr val="3C3C3B"/>
              </a:solidFill>
            </a:endParaRPr>
          </a:p>
        </p:txBody>
      </p:sp>
      <p:pic>
        <p:nvPicPr>
          <p:cNvPr id="6" name="Shape 206">
            <a:extLst>
              <a:ext uri="{FF2B5EF4-FFF2-40B4-BE49-F238E27FC236}">
                <a16:creationId xmlns:a16="http://schemas.microsoft.com/office/drawing/2014/main" id="{3CAFB4FC-A89C-4833-B921-3032FC0BD053}"/>
              </a:ext>
            </a:extLst>
          </p:cNvPr>
          <p:cNvPicPr preferRelativeResize="0"/>
          <p:nvPr userDrawn="1"/>
        </p:nvPicPr>
        <p:blipFill rotWithShape="1">
          <a:blip r:embed="rId2">
            <a:alphaModFix/>
          </a:blip>
          <a:srcRect/>
          <a:stretch/>
        </p:blipFill>
        <p:spPr>
          <a:xfrm>
            <a:off x="10813896" y="490520"/>
            <a:ext cx="550874" cy="393700"/>
          </a:xfrm>
          <a:prstGeom prst="rect">
            <a:avLst/>
          </a:prstGeom>
          <a:noFill/>
          <a:ln>
            <a:noFill/>
          </a:ln>
        </p:spPr>
      </p:pic>
    </p:spTree>
    <p:extLst>
      <p:ext uri="{BB962C8B-B14F-4D97-AF65-F5344CB8AC3E}">
        <p14:creationId xmlns:p14="http://schemas.microsoft.com/office/powerpoint/2010/main" val="154684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6" name="Shape 160">
            <a:extLst>
              <a:ext uri="{FF2B5EF4-FFF2-40B4-BE49-F238E27FC236}">
                <a16:creationId xmlns:a16="http://schemas.microsoft.com/office/drawing/2014/main" id="{E5A2A9B0-7DB1-46AC-9527-89C02E18F069}"/>
              </a:ext>
            </a:extLst>
          </p:cNvPr>
          <p:cNvGrpSpPr/>
          <p:nvPr userDrawn="1"/>
        </p:nvGrpSpPr>
        <p:grpSpPr>
          <a:xfrm>
            <a:off x="534632" y="2029928"/>
            <a:ext cx="1463203" cy="86504"/>
            <a:chOff x="0" y="0"/>
            <a:chExt cx="2147483646" cy="2147483647"/>
          </a:xfrm>
        </p:grpSpPr>
        <p:sp>
          <p:nvSpPr>
            <p:cNvPr id="7" name="Shape 161">
              <a:extLst>
                <a:ext uri="{FF2B5EF4-FFF2-40B4-BE49-F238E27FC236}">
                  <a16:creationId xmlns:a16="http://schemas.microsoft.com/office/drawing/2014/main" id="{B7EC3397-FC7B-45A0-A10B-4A7EE5202E75}"/>
                </a:ext>
              </a:extLst>
            </p:cNvPr>
            <p:cNvSpPr txBox="1"/>
            <p:nvPr/>
          </p:nvSpPr>
          <p:spPr>
            <a:xfrm>
              <a:off x="0" y="3972"/>
              <a:ext cx="536870985" cy="2147479674"/>
            </a:xfrm>
            <a:prstGeom prst="rect">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8" name="Shape 162">
              <a:extLst>
                <a:ext uri="{FF2B5EF4-FFF2-40B4-BE49-F238E27FC236}">
                  <a16:creationId xmlns:a16="http://schemas.microsoft.com/office/drawing/2014/main" id="{792930C7-7FEF-4C2A-925B-C3BA44D74568}"/>
                </a:ext>
              </a:extLst>
            </p:cNvPr>
            <p:cNvSpPr txBox="1"/>
            <p:nvPr/>
          </p:nvSpPr>
          <p:spPr>
            <a:xfrm>
              <a:off x="536870809" y="3972"/>
              <a:ext cx="536870985" cy="2147479674"/>
            </a:xfrm>
            <a:prstGeom prst="rect">
              <a:avLst/>
            </a:prstGeom>
            <a:solidFill>
              <a:srgbClr val="7CD6D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9" name="Shape 163">
              <a:extLst>
                <a:ext uri="{FF2B5EF4-FFF2-40B4-BE49-F238E27FC236}">
                  <a16:creationId xmlns:a16="http://schemas.microsoft.com/office/drawing/2014/main" id="{6AE13465-81D4-4DB1-9826-7A32A24B67DF}"/>
                </a:ext>
              </a:extLst>
            </p:cNvPr>
            <p:cNvSpPr txBox="1"/>
            <p:nvPr/>
          </p:nvSpPr>
          <p:spPr>
            <a:xfrm>
              <a:off x="1073741735" y="0"/>
              <a:ext cx="536870985" cy="2147479674"/>
            </a:xfrm>
            <a:prstGeom prst="rect">
              <a:avLst/>
            </a:prstGeom>
            <a:solidFill>
              <a:srgbClr val="93DCD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 name="Shape 164">
              <a:extLst>
                <a:ext uri="{FF2B5EF4-FFF2-40B4-BE49-F238E27FC236}">
                  <a16:creationId xmlns:a16="http://schemas.microsoft.com/office/drawing/2014/main" id="{969DD699-54EA-4F0E-B0B7-2F6EF9077F4D}"/>
                </a:ext>
              </a:extLst>
            </p:cNvPr>
            <p:cNvSpPr txBox="1"/>
            <p:nvPr/>
          </p:nvSpPr>
          <p:spPr>
            <a:xfrm>
              <a:off x="1610612661" y="3972"/>
              <a:ext cx="536870985" cy="2147479674"/>
            </a:xfrm>
            <a:prstGeom prst="rect">
              <a:avLst/>
            </a:prstGeom>
            <a:solidFill>
              <a:srgbClr val="BCEBE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11" name="Shape 200">
            <a:extLst>
              <a:ext uri="{FF2B5EF4-FFF2-40B4-BE49-F238E27FC236}">
                <a16:creationId xmlns:a16="http://schemas.microsoft.com/office/drawing/2014/main" id="{81EAC1F4-2585-4AB2-AB3C-C2A1B907FF3C}"/>
              </a:ext>
            </a:extLst>
          </p:cNvPr>
          <p:cNvSpPr/>
          <p:nvPr userDrawn="1"/>
        </p:nvSpPr>
        <p:spPr>
          <a:xfrm>
            <a:off x="11418887" y="490537"/>
            <a:ext cx="327025" cy="393700"/>
          </a:xfrm>
          <a:prstGeom prst="flowChartOffpageConnector">
            <a:avLst/>
          </a:prstGeom>
          <a:solidFill>
            <a:srgbClr val="70C1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lang="en-US" sz="1400" b="0" i="0" u="none" strike="noStrike" cap="none" dirty="0">
              <a:solidFill>
                <a:srgbClr val="000000"/>
              </a:solidFill>
              <a:latin typeface="Arial"/>
              <a:ea typeface="Arial"/>
              <a:cs typeface="Arial"/>
              <a:sym typeface="Arial"/>
            </a:endParaRPr>
          </a:p>
        </p:txBody>
      </p:sp>
      <p:pic>
        <p:nvPicPr>
          <p:cNvPr id="12" name="Shape 206">
            <a:extLst>
              <a:ext uri="{FF2B5EF4-FFF2-40B4-BE49-F238E27FC236}">
                <a16:creationId xmlns:a16="http://schemas.microsoft.com/office/drawing/2014/main" id="{46A29726-2CB4-417C-B671-5FC499F1F899}"/>
              </a:ext>
            </a:extLst>
          </p:cNvPr>
          <p:cNvPicPr preferRelativeResize="0"/>
          <p:nvPr userDrawn="1"/>
        </p:nvPicPr>
        <p:blipFill rotWithShape="1">
          <a:blip r:embed="rId2">
            <a:alphaModFix/>
          </a:blip>
          <a:srcRect/>
          <a:stretch/>
        </p:blipFill>
        <p:spPr>
          <a:xfrm>
            <a:off x="10813896" y="490520"/>
            <a:ext cx="550874" cy="393700"/>
          </a:xfrm>
          <a:prstGeom prst="rect">
            <a:avLst/>
          </a:prstGeom>
          <a:noFill/>
          <a:ln>
            <a:noFill/>
          </a:ln>
        </p:spPr>
      </p:pic>
      <p:sp>
        <p:nvSpPr>
          <p:cNvPr id="13" name="Text Placeholder 2">
            <a:extLst>
              <a:ext uri="{FF2B5EF4-FFF2-40B4-BE49-F238E27FC236}">
                <a16:creationId xmlns:a16="http://schemas.microsoft.com/office/drawing/2014/main" id="{94BE6767-F585-48D2-AEF0-C16E8472CC04}"/>
              </a:ext>
            </a:extLst>
          </p:cNvPr>
          <p:cNvSpPr>
            <a:spLocks noGrp="1"/>
          </p:cNvSpPr>
          <p:nvPr>
            <p:ph type="body" sz="quarter" idx="10" hasCustomPrompt="1"/>
          </p:nvPr>
        </p:nvSpPr>
        <p:spPr>
          <a:xfrm>
            <a:off x="2124075" y="1663215"/>
            <a:ext cx="6353175" cy="733425"/>
          </a:xfrm>
          <a:prstGeom prst="rect">
            <a:avLst/>
          </a:prstGeom>
          <a:noFill/>
          <a:ln>
            <a:noFill/>
          </a:ln>
        </p:spPr>
        <p:txBody>
          <a:bodyPr spcFirstLastPara="1" wrap="square" lIns="91425" tIns="45700" rIns="91425" bIns="45700" anchor="t" anchorCtr="0">
            <a:noAutofit/>
          </a:bodyPr>
          <a:lstStyle>
            <a:lvl1pPr>
              <a:defRPr lang="en-US" sz="3200" b="1" smtClean="0">
                <a:solidFill>
                  <a:srgbClr val="70C1C8"/>
                </a:solidFill>
                <a:latin typeface="Calibri"/>
                <a:ea typeface="Calibri"/>
                <a:cs typeface="Calibri"/>
              </a:defRPr>
            </a:lvl1pPr>
            <a:lvl2pPr>
              <a:defRPr lang="en-US" smtClean="0"/>
            </a:lvl2pPr>
            <a:lvl3pPr>
              <a:defRPr lang="en-US" smtClean="0"/>
            </a:lvl3pPr>
            <a:lvl4pPr>
              <a:defRPr lang="en-US" smtClean="0"/>
            </a:lvl4pPr>
            <a:lvl5pPr>
              <a:defRPr lang="en-US"/>
            </a:lvl5pPr>
          </a:lstStyle>
          <a:p>
            <a:pPr marL="0" lvl="0" indent="0">
              <a:buClr>
                <a:srgbClr val="A6A6A6"/>
              </a:buClr>
              <a:buSzPts val="1700"/>
              <a:buFont typeface="Calibri"/>
              <a:buNone/>
            </a:pPr>
            <a:r>
              <a:rPr lang="en-US" dirty="0"/>
              <a:t>Title</a:t>
            </a:r>
          </a:p>
        </p:txBody>
      </p:sp>
      <p:sp>
        <p:nvSpPr>
          <p:cNvPr id="15" name="Text Placeholder 14">
            <a:extLst>
              <a:ext uri="{FF2B5EF4-FFF2-40B4-BE49-F238E27FC236}">
                <a16:creationId xmlns:a16="http://schemas.microsoft.com/office/drawing/2014/main" id="{194C6D99-A7E5-46C2-ABCB-F76C8FA4BB7A}"/>
              </a:ext>
            </a:extLst>
          </p:cNvPr>
          <p:cNvSpPr>
            <a:spLocks noGrp="1"/>
          </p:cNvSpPr>
          <p:nvPr>
            <p:ph type="body" sz="quarter" idx="11" hasCustomPrompt="1"/>
          </p:nvPr>
        </p:nvSpPr>
        <p:spPr>
          <a:xfrm>
            <a:off x="2124075" y="2396640"/>
            <a:ext cx="5016954" cy="506218"/>
          </a:xfrm>
          <a:prstGeom prst="rect">
            <a:avLst/>
          </a:prstGeom>
          <a:noFill/>
          <a:ln>
            <a:noFill/>
          </a:ln>
        </p:spPr>
        <p:txBody>
          <a:bodyPr spcFirstLastPara="1" wrap="square" lIns="91425" tIns="45700" rIns="91425" bIns="45700" anchor="ctr" anchorCtr="0">
            <a:noAutofit/>
          </a:bodyPr>
          <a:lstStyle>
            <a:lvl1pPr>
              <a:defRPr lang="en-GB" sz="1700" b="0" i="0" u="none" strike="noStrike" cap="none" dirty="0">
                <a:solidFill>
                  <a:srgbClr val="A6A6A6"/>
                </a:solidFill>
                <a:latin typeface="Calibri"/>
                <a:ea typeface="Calibri"/>
                <a:cs typeface="Calibri"/>
                <a:sym typeface="Arial"/>
              </a:defRPr>
            </a:lvl1pPr>
          </a:lstStyle>
          <a:p>
            <a:pPr marL="0" marR="0" lvl="0" indent="0" algn="l" defTabSz="914400" rtl="0" eaLnBrk="1" fontAlgn="auto" latinLnBrk="0" hangingPunct="1">
              <a:lnSpc>
                <a:spcPct val="100000"/>
              </a:lnSpc>
              <a:spcBef>
                <a:spcPts val="0"/>
              </a:spcBef>
              <a:spcAft>
                <a:spcPts val="0"/>
              </a:spcAft>
              <a:buClr>
                <a:srgbClr val="A6A6A6"/>
              </a:buClr>
              <a:buSzPts val="1700"/>
              <a:buFont typeface="Calibri"/>
              <a:buNone/>
              <a:tabLst/>
              <a:defRPr/>
            </a:pPr>
            <a:r>
              <a:rPr lang="en-US" sz="1700" dirty="0">
                <a:solidFill>
                  <a:srgbClr val="A6A6A6"/>
                </a:solidFill>
                <a:latin typeface="Calibri"/>
                <a:ea typeface="Calibri"/>
                <a:cs typeface="Calibri"/>
                <a:sym typeface="Calibri"/>
              </a:rPr>
              <a:t>Mensaje de </a:t>
            </a:r>
            <a:r>
              <a:rPr lang="en-US" sz="1700" dirty="0" err="1">
                <a:solidFill>
                  <a:srgbClr val="A6A6A6"/>
                </a:solidFill>
                <a:latin typeface="Calibri"/>
                <a:ea typeface="Calibri"/>
                <a:cs typeface="Calibri"/>
                <a:sym typeface="Calibri"/>
              </a:rPr>
              <a:t>bienvenida</a:t>
            </a:r>
            <a:r>
              <a:rPr lang="en-US" sz="1700" b="0" i="0" u="none" dirty="0">
                <a:solidFill>
                  <a:srgbClr val="A6A6A6"/>
                </a:solidFill>
                <a:latin typeface="Calibri"/>
                <a:ea typeface="Calibri"/>
                <a:cs typeface="Calibri"/>
                <a:sym typeface="Calibri"/>
              </a:rPr>
              <a:t> </a:t>
            </a:r>
            <a:r>
              <a:rPr lang="en-US" sz="1700" b="1" dirty="0" err="1">
                <a:solidFill>
                  <a:srgbClr val="70C1C8"/>
                </a:solidFill>
                <a:latin typeface="Calibri"/>
                <a:ea typeface="Calibri"/>
                <a:cs typeface="Calibri"/>
                <a:sym typeface="Calibri"/>
              </a:rPr>
              <a:t>aquí</a:t>
            </a:r>
            <a:r>
              <a:rPr lang="en-US" sz="1700" b="1" dirty="0">
                <a:solidFill>
                  <a:srgbClr val="70C1C8"/>
                </a:solidFill>
                <a:latin typeface="Calibri"/>
                <a:ea typeface="Calibri"/>
                <a:cs typeface="Calibri"/>
                <a:sym typeface="Calibri"/>
              </a:rPr>
              <a:t>.</a:t>
            </a:r>
            <a:r>
              <a:rPr lang="en-US" sz="1700" b="1" i="0" u="none" dirty="0">
                <a:solidFill>
                  <a:srgbClr val="70C1C8"/>
                </a:solidFill>
                <a:latin typeface="Calibri"/>
                <a:ea typeface="Calibri"/>
                <a:cs typeface="Calibri"/>
                <a:sym typeface="Calibri"/>
              </a:rPr>
              <a:t> </a:t>
            </a:r>
            <a:endParaRPr lang="en-US" dirty="0">
              <a:solidFill>
                <a:srgbClr val="70C1C8"/>
              </a:solidFill>
            </a:endParaRPr>
          </a:p>
        </p:txBody>
      </p:sp>
      <p:sp>
        <p:nvSpPr>
          <p:cNvPr id="17" name="Text Placeholder 16">
            <a:extLst>
              <a:ext uri="{FF2B5EF4-FFF2-40B4-BE49-F238E27FC236}">
                <a16:creationId xmlns:a16="http://schemas.microsoft.com/office/drawing/2014/main" id="{6E8D4441-8F04-4109-BADB-FF0E7903572F}"/>
              </a:ext>
            </a:extLst>
          </p:cNvPr>
          <p:cNvSpPr>
            <a:spLocks noGrp="1"/>
          </p:cNvSpPr>
          <p:nvPr>
            <p:ph type="body" sz="quarter" idx="12"/>
          </p:nvPr>
        </p:nvSpPr>
        <p:spPr>
          <a:xfrm>
            <a:off x="2124075" y="3123925"/>
            <a:ext cx="4019550" cy="1557337"/>
          </a:xfrm>
          <a:prstGeom prst="rect">
            <a:avLst/>
          </a:prstGeom>
          <a:noFill/>
          <a:ln>
            <a:noFill/>
          </a:ln>
        </p:spPr>
        <p:txBody>
          <a:bodyPr spcFirstLastPara="1" wrap="square" lIns="91425" tIns="45700" rIns="144000" bIns="36000" anchor="t" anchorCtr="0">
            <a:noAutofit/>
          </a:bodyPr>
          <a:lstStyle>
            <a:lvl1pPr>
              <a:defRPr lang="en-US" sz="1100" b="1" i="1" u="none" strike="noStrike" cap="none" smtClean="0">
                <a:solidFill>
                  <a:srgbClr val="A6A6A6"/>
                </a:solidFill>
                <a:latin typeface="Calibri"/>
                <a:ea typeface="Calibri"/>
                <a:cs typeface="Calibri"/>
                <a:sym typeface="Arial"/>
              </a:defRPr>
            </a:lvl1pPr>
            <a:lvl2pPr marL="457200" indent="0">
              <a:buNone/>
              <a:defRPr lang="en-US" sz="1400" b="0" i="0" u="none" strike="noStrike" cap="none" smtClean="0">
                <a:solidFill>
                  <a:srgbClr val="000000"/>
                </a:solidFill>
                <a:latin typeface="Arial"/>
                <a:ea typeface="Arial"/>
                <a:cs typeface="Arial"/>
                <a:sym typeface="Arial"/>
              </a:defRPr>
            </a:lvl2pPr>
            <a:lvl3pPr>
              <a:defRPr lang="en-US" sz="1400" b="0" i="0" u="none" strike="noStrike" cap="none" smtClean="0">
                <a:solidFill>
                  <a:srgbClr val="000000"/>
                </a:solidFill>
                <a:latin typeface="Arial"/>
                <a:ea typeface="Arial"/>
                <a:cs typeface="Arial"/>
                <a:sym typeface="Arial"/>
              </a:defRPr>
            </a:lvl3pPr>
            <a:lvl4pPr>
              <a:defRPr lang="en-US" sz="1400" b="0" i="0" u="none" strike="noStrike" cap="none" smtClean="0">
                <a:solidFill>
                  <a:srgbClr val="000000"/>
                </a:solidFill>
                <a:latin typeface="Arial"/>
                <a:ea typeface="Arial"/>
                <a:cs typeface="Arial"/>
                <a:sym typeface="Arial"/>
              </a:defRPr>
            </a:lvl4pPr>
            <a:lvl5pPr>
              <a:defRPr lang="en-GB" sz="1400" b="0" i="0" u="none" strike="noStrike" cap="none">
                <a:solidFill>
                  <a:srgbClr val="000000"/>
                </a:solidFill>
                <a:latin typeface="Arial"/>
                <a:ea typeface="Arial"/>
                <a:cs typeface="Arial"/>
                <a:sym typeface="Arial"/>
              </a:defRPr>
            </a:lvl5pPr>
          </a:lstStyle>
          <a:p>
            <a:pPr marL="0" marR="0" lvl="0" indent="0" algn="just">
              <a:lnSpc>
                <a:spcPct val="100000"/>
              </a:lnSpc>
              <a:spcBef>
                <a:spcPts val="0"/>
              </a:spcBef>
              <a:spcAft>
                <a:spcPts val="0"/>
              </a:spcAft>
              <a:buClr>
                <a:srgbClr val="A6A6A6"/>
              </a:buClr>
              <a:buSzPts val="1100"/>
              <a:buFont typeface="Calibri"/>
              <a:buNone/>
            </a:pPr>
            <a:r>
              <a:rPr lang="en-US"/>
              <a:t>Click to edit Master text styles</a:t>
            </a:r>
          </a:p>
        </p:txBody>
      </p:sp>
    </p:spTree>
    <p:extLst>
      <p:ext uri="{BB962C8B-B14F-4D97-AF65-F5344CB8AC3E}">
        <p14:creationId xmlns:p14="http://schemas.microsoft.com/office/powerpoint/2010/main" val="3411637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4500"/>
            </a:lvl1pPr>
          </a:lstStyle>
          <a:p>
            <a:r>
              <a:rPr lang="it-IT"/>
              <a:t>Fare clic per modificare lo stile del titolo</a:t>
            </a:r>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354E843E-7410-4003-95C5-2E153911570A}" type="datetime2">
              <a:rPr lang="en-US" smtClean="0"/>
              <a:t>Friday, January 30, 2026</a:t>
            </a:fld>
            <a:endParaRPr lang="en-US" dirty="0">
              <a:solidFill>
                <a:srgbClr val="FFFFFF"/>
              </a:solidFill>
            </a:endParaRPr>
          </a:p>
        </p:txBody>
      </p:sp>
      <p:sp>
        <p:nvSpPr>
          <p:cNvPr id="5" name="Segnaposto piè di pagina 4"/>
          <p:cNvSpPr>
            <a:spLocks noGrp="1"/>
          </p:cNvSpPr>
          <p:nvPr>
            <p:ph type="ftr" sz="quarter" idx="11"/>
          </p:nvPr>
        </p:nvSpPr>
        <p:spPr/>
        <p:txBody>
          <a:bodyPr/>
          <a:lstStyle/>
          <a:p>
            <a:endParaRPr lang="en-US">
              <a:solidFill>
                <a:schemeClr val="accent1">
                  <a:tint val="20000"/>
                </a:schemeClr>
              </a:solidFill>
            </a:endParaRPr>
          </a:p>
        </p:txBody>
      </p:sp>
      <p:sp>
        <p:nvSpPr>
          <p:cNvPr id="6" name="Segnaposto numero diapositiva 5"/>
          <p:cNvSpPr>
            <a:spLocks noGrp="1"/>
          </p:cNvSpPr>
          <p:nvPr>
            <p:ph type="sldNum" sz="quarter" idx="12"/>
          </p:nvPr>
        </p:nvSpPr>
        <p:spPr/>
        <p:txBody>
          <a:bodyPr/>
          <a:lstStyle/>
          <a:p>
            <a:fld id="{45292C34-3E5E-4BA5-AF54-F1601B144FB0}" type="slidenum">
              <a:rPr lang="en-US" smtClean="0"/>
              <a:pPr/>
              <a:t>‹N›</a:t>
            </a:fld>
            <a:endParaRPr lang="en-US" dirty="0">
              <a:solidFill>
                <a:srgbClr val="FFFFFF"/>
              </a:solidFill>
            </a:endParaRPr>
          </a:p>
        </p:txBody>
      </p:sp>
    </p:spTree>
    <p:extLst>
      <p:ext uri="{BB962C8B-B14F-4D97-AF65-F5344CB8AC3E}">
        <p14:creationId xmlns:p14="http://schemas.microsoft.com/office/powerpoint/2010/main" val="2177723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386E2-2B91-4F3A-A7B8-3D7F3F870DF5}"/>
              </a:ext>
            </a:extLst>
          </p:cNvPr>
          <p:cNvSpPr>
            <a:spLocks noGrp="1"/>
          </p:cNvSpPr>
          <p:nvPr>
            <p:ph type="title"/>
          </p:nvPr>
        </p:nvSpPr>
        <p:spPr>
          <a:xfrm>
            <a:off x="381000" y="158091"/>
            <a:ext cx="10515600" cy="1325563"/>
          </a:xfrm>
          <a:prstGeom prst="rect">
            <a:avLst/>
          </a:prstGeom>
          <a:noFill/>
          <a:ln>
            <a:noFill/>
          </a:ln>
        </p:spPr>
        <p:txBody>
          <a:bodyPr spcFirstLastPara="1" wrap="square" lIns="91425" tIns="45700" rIns="91425" bIns="45700" anchor="ctr" anchorCtr="0">
            <a:noAutofit/>
          </a:bodyPr>
          <a:lstStyle>
            <a:lvl1pPr>
              <a:defRPr lang="en-GB" sz="4000" b="0" i="0" u="none" strike="noStrike" cap="none">
                <a:solidFill>
                  <a:srgbClr val="70C1C8"/>
                </a:solidFill>
                <a:latin typeface="Arial"/>
                <a:ea typeface="Arial"/>
                <a:cs typeface="Arial"/>
                <a:sym typeface="Arial"/>
              </a:defRPr>
            </a:lvl1pPr>
          </a:lstStyle>
          <a:p>
            <a:pPr marL="228600" marR="0" lvl="0" indent="-228600">
              <a:lnSpc>
                <a:spcPct val="100000"/>
              </a:lnSpc>
              <a:spcBef>
                <a:spcPts val="0"/>
              </a:spcBef>
              <a:spcAft>
                <a:spcPts val="0"/>
              </a:spcAft>
              <a:buClr>
                <a:srgbClr val="5AAAE4"/>
              </a:buClr>
              <a:buSzPts val="4000"/>
              <a:buFont typeface="Arial" panose="020B0604020202020204" pitchFamily="34" charset="0"/>
            </a:pPr>
            <a:r>
              <a:rPr lang="en-US" dirty="0"/>
              <a:t>Click to edit Master title style</a:t>
            </a:r>
            <a:endParaRPr lang="en-GB" dirty="0"/>
          </a:p>
        </p:txBody>
      </p:sp>
      <p:sp>
        <p:nvSpPr>
          <p:cNvPr id="6" name="Text Placeholder 5">
            <a:extLst>
              <a:ext uri="{FF2B5EF4-FFF2-40B4-BE49-F238E27FC236}">
                <a16:creationId xmlns:a16="http://schemas.microsoft.com/office/drawing/2014/main" id="{7CC98B7B-EAE9-4F75-A16D-770F410BD15C}"/>
              </a:ext>
            </a:extLst>
          </p:cNvPr>
          <p:cNvSpPr>
            <a:spLocks noGrp="1"/>
          </p:cNvSpPr>
          <p:nvPr>
            <p:ph type="body" sz="quarter" idx="10" hasCustomPrompt="1"/>
          </p:nvPr>
        </p:nvSpPr>
        <p:spPr>
          <a:xfrm>
            <a:off x="475142" y="1212191"/>
            <a:ext cx="2190750" cy="542925"/>
          </a:xfrm>
          <a:prstGeom prst="rect">
            <a:avLst/>
          </a:prstGeom>
          <a:noFill/>
          <a:ln>
            <a:noFill/>
          </a:ln>
        </p:spPr>
        <p:txBody>
          <a:bodyPr spcFirstLastPara="1" wrap="square" lIns="91425" tIns="45700" rIns="91425" bIns="45700" anchor="ctr" anchorCtr="0">
            <a:noAutofit/>
          </a:bodyPr>
          <a:lstStyle>
            <a:lvl1pPr>
              <a:defRPr lang="en-US" sz="1700" b="0" i="0" u="none" strike="noStrike" cap="none" dirty="0">
                <a:solidFill>
                  <a:srgbClr val="A6A6A6"/>
                </a:solidFill>
                <a:latin typeface="Calibri"/>
                <a:ea typeface="Calibri"/>
                <a:cs typeface="Calibri"/>
                <a:sym typeface="Arial"/>
              </a:defRPr>
            </a:lvl1pPr>
          </a:lstStyle>
          <a:p>
            <a:pPr marL="0" marR="0" lvl="0" indent="0">
              <a:lnSpc>
                <a:spcPct val="100000"/>
              </a:lnSpc>
              <a:spcBef>
                <a:spcPts val="0"/>
              </a:spcBef>
              <a:spcAft>
                <a:spcPts val="0"/>
              </a:spcAft>
              <a:buClr>
                <a:srgbClr val="A6A6A6"/>
              </a:buClr>
              <a:buSzPts val="1700"/>
              <a:buFont typeface="Calibri"/>
              <a:buNone/>
            </a:pPr>
            <a:r>
              <a:rPr lang="en-US" dirty="0"/>
              <a:t>Subtitle </a:t>
            </a:r>
            <a:r>
              <a:rPr lang="en-US" dirty="0" err="1">
                <a:solidFill>
                  <a:srgbClr val="73C1C7"/>
                </a:solidFill>
              </a:rPr>
              <a:t>colours</a:t>
            </a:r>
            <a:endParaRPr lang="en-US" dirty="0">
              <a:solidFill>
                <a:srgbClr val="73C1C7"/>
              </a:solidFill>
            </a:endParaRPr>
          </a:p>
        </p:txBody>
      </p:sp>
    </p:spTree>
    <p:extLst>
      <p:ext uri="{BB962C8B-B14F-4D97-AF65-F5344CB8AC3E}">
        <p14:creationId xmlns:p14="http://schemas.microsoft.com/office/powerpoint/2010/main" val="1734554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hape 195">
            <a:extLst>
              <a:ext uri="{FF2B5EF4-FFF2-40B4-BE49-F238E27FC236}">
                <a16:creationId xmlns:a16="http://schemas.microsoft.com/office/drawing/2014/main" id="{03C16E19-C57B-4E37-9307-C7D5A34A1375}"/>
              </a:ext>
            </a:extLst>
          </p:cNvPr>
          <p:cNvSpPr txBox="1"/>
          <p:nvPr userDrawn="1"/>
        </p:nvSpPr>
        <p:spPr>
          <a:xfrm flipH="1">
            <a:off x="0" y="1833542"/>
            <a:ext cx="12192000" cy="2670300"/>
          </a:xfrm>
          <a:prstGeom prst="rect">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pitchFamily="34" charset="0"/>
              <a:buNone/>
            </a:pPr>
            <a:endParaRPr sz="1800" b="0" i="0" u="none" strike="noStrike" cap="none">
              <a:solidFill>
                <a:schemeClr val="dk1"/>
              </a:solidFill>
              <a:latin typeface="Calibri"/>
              <a:ea typeface="Calibri"/>
              <a:cs typeface="Calibri"/>
              <a:sym typeface="Calibri"/>
            </a:endParaRPr>
          </a:p>
        </p:txBody>
      </p:sp>
      <p:sp>
        <p:nvSpPr>
          <p:cNvPr id="13" name="Picture Placeholder 12">
            <a:extLst>
              <a:ext uri="{FF2B5EF4-FFF2-40B4-BE49-F238E27FC236}">
                <a16:creationId xmlns:a16="http://schemas.microsoft.com/office/drawing/2014/main" id="{BBA4FF81-3A8E-4100-9AD2-3704D49B9CF1}"/>
              </a:ext>
            </a:extLst>
          </p:cNvPr>
          <p:cNvSpPr>
            <a:spLocks noGrp="1"/>
          </p:cNvSpPr>
          <p:nvPr>
            <p:ph type="pic" sz="quarter" idx="10"/>
          </p:nvPr>
        </p:nvSpPr>
        <p:spPr>
          <a:xfrm>
            <a:off x="2613720" y="2378632"/>
            <a:ext cx="1104900" cy="1039812"/>
          </a:xfrm>
          <a:prstGeom prst="rect">
            <a:avLst/>
          </a:prstGeom>
        </p:spPr>
        <p:txBody>
          <a:bodyPr/>
          <a:lstStyle>
            <a:lvl1pPr marL="0" indent="0">
              <a:buNone/>
              <a:defRPr sz="1000">
                <a:solidFill>
                  <a:schemeClr val="bg1">
                    <a:lumMod val="50000"/>
                  </a:schemeClr>
                </a:solidFill>
              </a:defRPr>
            </a:lvl1pPr>
          </a:lstStyle>
          <a:p>
            <a:endParaRPr lang="en-GB" dirty="0"/>
          </a:p>
        </p:txBody>
      </p:sp>
      <p:sp>
        <p:nvSpPr>
          <p:cNvPr id="15" name="Text Placeholder 14">
            <a:extLst>
              <a:ext uri="{FF2B5EF4-FFF2-40B4-BE49-F238E27FC236}">
                <a16:creationId xmlns:a16="http://schemas.microsoft.com/office/drawing/2014/main" id="{0FAF7B2C-21F5-420E-8BE1-967B1A5334E2}"/>
              </a:ext>
            </a:extLst>
          </p:cNvPr>
          <p:cNvSpPr>
            <a:spLocks noGrp="1"/>
          </p:cNvSpPr>
          <p:nvPr>
            <p:ph type="body" sz="quarter" idx="11" hasCustomPrompt="1"/>
          </p:nvPr>
        </p:nvSpPr>
        <p:spPr>
          <a:xfrm>
            <a:off x="2149376" y="3715080"/>
            <a:ext cx="2033587" cy="492125"/>
          </a:xfrm>
          <a:prstGeom prst="rect">
            <a:avLst/>
          </a:prstGeom>
          <a:noFill/>
          <a:ln>
            <a:noFill/>
          </a:ln>
        </p:spPr>
        <p:txBody>
          <a:bodyPr spcFirstLastPara="1" wrap="square" lIns="91425" tIns="45700" rIns="91425" bIns="45700" anchor="t" anchorCtr="0">
            <a:noAutofit/>
          </a:bodyPr>
          <a:lstStyle>
            <a:lvl1pPr marL="0" indent="0">
              <a:buNone/>
              <a:defRPr lang="en-US" sz="1400" b="1" i="0" u="none" strike="noStrike" cap="none" smtClean="0">
                <a:solidFill>
                  <a:schemeClr val="lt1"/>
                </a:solidFill>
                <a:latin typeface="Calibri"/>
                <a:ea typeface="Calibri"/>
                <a:cs typeface="Calibri"/>
                <a:sym typeface="Arial"/>
              </a:defRPr>
            </a:lvl1pPr>
            <a:lvl2pPr>
              <a:defRPr lang="en-US" sz="1400" b="0" i="0" u="none" strike="noStrike" cap="none" smtClean="0">
                <a:solidFill>
                  <a:srgbClr val="000000"/>
                </a:solidFill>
                <a:latin typeface="Arial"/>
                <a:ea typeface="Arial"/>
                <a:cs typeface="Arial"/>
                <a:sym typeface="Arial"/>
              </a:defRPr>
            </a:lvl2pPr>
            <a:lvl3pPr>
              <a:defRPr lang="en-US" sz="1400" b="0" i="0" u="none" strike="noStrike" cap="none" smtClean="0">
                <a:solidFill>
                  <a:srgbClr val="000000"/>
                </a:solidFill>
                <a:latin typeface="Arial"/>
                <a:ea typeface="Arial"/>
                <a:cs typeface="Arial"/>
                <a:sym typeface="Arial"/>
              </a:defRPr>
            </a:lvl3pPr>
            <a:lvl4pPr>
              <a:defRPr lang="en-US" sz="1400" b="0" i="0" u="none" strike="noStrike" cap="none" smtClean="0">
                <a:solidFill>
                  <a:srgbClr val="000000"/>
                </a:solidFill>
                <a:latin typeface="Arial"/>
                <a:ea typeface="Arial"/>
                <a:cs typeface="Arial"/>
                <a:sym typeface="Arial"/>
              </a:defRPr>
            </a:lvl4pPr>
            <a:lvl5pPr>
              <a:defRPr lang="en-GB" sz="1400" b="0" i="0" u="none" strike="noStrike" cap="none">
                <a:solidFill>
                  <a:srgbClr val="000000"/>
                </a:solidFill>
                <a:latin typeface="Arial"/>
                <a:ea typeface="Arial"/>
                <a:cs typeface="Arial"/>
                <a:sym typeface="Arial"/>
              </a:defRPr>
            </a:lvl5pPr>
          </a:lstStyle>
          <a:p>
            <a:pPr marL="228600" marR="0" lvl="0" indent="-228600" algn="ctr">
              <a:lnSpc>
                <a:spcPct val="100000"/>
              </a:lnSpc>
              <a:spcBef>
                <a:spcPts val="0"/>
              </a:spcBef>
              <a:spcAft>
                <a:spcPts val="0"/>
              </a:spcAft>
              <a:buClr>
                <a:schemeClr val="lt1"/>
              </a:buClr>
              <a:buSzPts val="1400"/>
            </a:pPr>
            <a:r>
              <a:rPr lang="en-US" dirty="0"/>
              <a:t>Text</a:t>
            </a:r>
            <a:endParaRPr lang="en-GB" dirty="0"/>
          </a:p>
        </p:txBody>
      </p:sp>
      <p:sp>
        <p:nvSpPr>
          <p:cNvPr id="18" name="Text Placeholder 17">
            <a:extLst>
              <a:ext uri="{FF2B5EF4-FFF2-40B4-BE49-F238E27FC236}">
                <a16:creationId xmlns:a16="http://schemas.microsoft.com/office/drawing/2014/main" id="{40A722B2-DB37-40D8-B3BB-A45D522B97F0}"/>
              </a:ext>
            </a:extLst>
          </p:cNvPr>
          <p:cNvSpPr>
            <a:spLocks noGrp="1"/>
          </p:cNvSpPr>
          <p:nvPr>
            <p:ph type="body" sz="quarter" idx="12"/>
          </p:nvPr>
        </p:nvSpPr>
        <p:spPr>
          <a:xfrm>
            <a:off x="2075122" y="4800478"/>
            <a:ext cx="2182093" cy="708025"/>
          </a:xfrm>
          <a:prstGeom prst="rect">
            <a:avLst/>
          </a:prstGeom>
          <a:noFill/>
          <a:ln>
            <a:noFill/>
          </a:ln>
        </p:spPr>
        <p:txBody>
          <a:bodyPr spcFirstLastPara="1" wrap="square" lIns="91425" tIns="45700" rIns="91425" bIns="45700" anchor="ctr" anchorCtr="0">
            <a:noAutofit/>
          </a:bodyPr>
          <a:lstStyle>
            <a:lvl1pPr>
              <a:defRPr lang="en-US" sz="1400" b="1" i="0" u="none" strike="noStrike" cap="none" smtClean="0">
                <a:solidFill>
                  <a:srgbClr val="70C1C8"/>
                </a:solidFill>
                <a:latin typeface="Arial"/>
                <a:ea typeface="Arial"/>
                <a:cs typeface="Arial"/>
                <a:sym typeface="Arial"/>
              </a:defRPr>
            </a:lvl1pPr>
            <a:lvl2pPr>
              <a:defRPr lang="en-US" sz="1400" b="0" i="0" u="none" strike="noStrike" cap="none" smtClean="0">
                <a:solidFill>
                  <a:srgbClr val="000000"/>
                </a:solidFill>
                <a:latin typeface="Arial"/>
                <a:ea typeface="Arial"/>
                <a:cs typeface="Arial"/>
                <a:sym typeface="Arial"/>
              </a:defRPr>
            </a:lvl2pPr>
            <a:lvl3pPr>
              <a:defRPr lang="en-US" sz="1400" b="0" i="0" u="none" strike="noStrike" cap="none" smtClean="0">
                <a:solidFill>
                  <a:srgbClr val="000000"/>
                </a:solidFill>
                <a:latin typeface="Arial"/>
                <a:ea typeface="Arial"/>
                <a:cs typeface="Arial"/>
                <a:sym typeface="Arial"/>
              </a:defRPr>
            </a:lvl3pPr>
            <a:lvl4pPr>
              <a:defRPr lang="en-US" sz="1400" b="0" i="0" u="none" strike="noStrike" cap="none" smtClean="0">
                <a:solidFill>
                  <a:srgbClr val="000000"/>
                </a:solidFill>
                <a:latin typeface="Arial"/>
                <a:ea typeface="Arial"/>
                <a:cs typeface="Arial"/>
                <a:sym typeface="Arial"/>
              </a:defRPr>
            </a:lvl4pPr>
            <a:lvl5pPr>
              <a:defRPr lang="en-GB" sz="1400" b="0" i="0" u="none" strike="noStrike" cap="none">
                <a:solidFill>
                  <a:srgbClr val="000000"/>
                </a:solidFill>
                <a:latin typeface="Arial"/>
                <a:ea typeface="Arial"/>
                <a:cs typeface="Arial"/>
                <a:sym typeface="Arial"/>
              </a:defRPr>
            </a:lvl5pPr>
          </a:lstStyle>
          <a:p>
            <a:pPr marL="179387" marR="0" lvl="0" indent="-179387">
              <a:lnSpc>
                <a:spcPct val="100000"/>
              </a:lnSpc>
              <a:spcBef>
                <a:spcPts val="0"/>
              </a:spcBef>
              <a:spcAft>
                <a:spcPts val="0"/>
              </a:spcAft>
              <a:buClr>
                <a:srgbClr val="A6A6A6"/>
              </a:buClr>
              <a:buSzPts val="1700"/>
              <a:buFont typeface="Arial"/>
            </a:pPr>
            <a:r>
              <a:rPr lang="en-US" dirty="0"/>
              <a:t>Click to edit</a:t>
            </a:r>
            <a:endParaRPr lang="en-GB" dirty="0"/>
          </a:p>
        </p:txBody>
      </p:sp>
      <p:sp>
        <p:nvSpPr>
          <p:cNvPr id="19" name="Picture Placeholder 12">
            <a:extLst>
              <a:ext uri="{FF2B5EF4-FFF2-40B4-BE49-F238E27FC236}">
                <a16:creationId xmlns:a16="http://schemas.microsoft.com/office/drawing/2014/main" id="{E5F4871B-D413-468D-9164-2617282BF9A7}"/>
              </a:ext>
            </a:extLst>
          </p:cNvPr>
          <p:cNvSpPr>
            <a:spLocks noGrp="1"/>
          </p:cNvSpPr>
          <p:nvPr>
            <p:ph type="pic" sz="quarter" idx="13"/>
          </p:nvPr>
        </p:nvSpPr>
        <p:spPr>
          <a:xfrm>
            <a:off x="5601444" y="2378632"/>
            <a:ext cx="1104900" cy="1039812"/>
          </a:xfrm>
          <a:prstGeom prst="rect">
            <a:avLst/>
          </a:prstGeom>
        </p:spPr>
        <p:txBody>
          <a:bodyPr/>
          <a:lstStyle>
            <a:lvl1pPr marL="0" indent="0">
              <a:buNone/>
              <a:defRPr sz="1000">
                <a:solidFill>
                  <a:schemeClr val="bg1">
                    <a:lumMod val="50000"/>
                  </a:schemeClr>
                </a:solidFill>
              </a:defRPr>
            </a:lvl1pPr>
          </a:lstStyle>
          <a:p>
            <a:endParaRPr lang="en-GB" dirty="0"/>
          </a:p>
        </p:txBody>
      </p:sp>
      <p:sp>
        <p:nvSpPr>
          <p:cNvPr id="20" name="Text Placeholder 14">
            <a:extLst>
              <a:ext uri="{FF2B5EF4-FFF2-40B4-BE49-F238E27FC236}">
                <a16:creationId xmlns:a16="http://schemas.microsoft.com/office/drawing/2014/main" id="{5DD4D2C6-9966-4F36-867A-E75E831A4752}"/>
              </a:ext>
            </a:extLst>
          </p:cNvPr>
          <p:cNvSpPr>
            <a:spLocks noGrp="1"/>
          </p:cNvSpPr>
          <p:nvPr>
            <p:ph type="body" sz="quarter" idx="14" hasCustomPrompt="1"/>
          </p:nvPr>
        </p:nvSpPr>
        <p:spPr>
          <a:xfrm>
            <a:off x="5137100" y="3715080"/>
            <a:ext cx="2033587" cy="492125"/>
          </a:xfrm>
          <a:prstGeom prst="rect">
            <a:avLst/>
          </a:prstGeom>
          <a:noFill/>
          <a:ln>
            <a:noFill/>
          </a:ln>
        </p:spPr>
        <p:txBody>
          <a:bodyPr spcFirstLastPara="1" wrap="square" lIns="91425" tIns="45700" rIns="91425" bIns="45700" anchor="t" anchorCtr="0">
            <a:noAutofit/>
          </a:bodyPr>
          <a:lstStyle>
            <a:lvl1pPr marL="0" indent="0">
              <a:buNone/>
              <a:defRPr lang="en-US" sz="1400" b="1" i="0" u="none" strike="noStrike" cap="none" smtClean="0">
                <a:solidFill>
                  <a:schemeClr val="lt1"/>
                </a:solidFill>
                <a:latin typeface="Calibri"/>
                <a:ea typeface="Calibri"/>
                <a:cs typeface="Calibri"/>
                <a:sym typeface="Arial"/>
              </a:defRPr>
            </a:lvl1pPr>
            <a:lvl2pPr>
              <a:defRPr lang="en-US" sz="1400" b="0" i="0" u="none" strike="noStrike" cap="none" smtClean="0">
                <a:solidFill>
                  <a:srgbClr val="000000"/>
                </a:solidFill>
                <a:latin typeface="Arial"/>
                <a:ea typeface="Arial"/>
                <a:cs typeface="Arial"/>
                <a:sym typeface="Arial"/>
              </a:defRPr>
            </a:lvl2pPr>
            <a:lvl3pPr>
              <a:defRPr lang="en-US" sz="1400" b="0" i="0" u="none" strike="noStrike" cap="none" smtClean="0">
                <a:solidFill>
                  <a:srgbClr val="000000"/>
                </a:solidFill>
                <a:latin typeface="Arial"/>
                <a:ea typeface="Arial"/>
                <a:cs typeface="Arial"/>
                <a:sym typeface="Arial"/>
              </a:defRPr>
            </a:lvl3pPr>
            <a:lvl4pPr>
              <a:defRPr lang="en-US" sz="1400" b="0" i="0" u="none" strike="noStrike" cap="none" smtClean="0">
                <a:solidFill>
                  <a:srgbClr val="000000"/>
                </a:solidFill>
                <a:latin typeface="Arial"/>
                <a:ea typeface="Arial"/>
                <a:cs typeface="Arial"/>
                <a:sym typeface="Arial"/>
              </a:defRPr>
            </a:lvl4pPr>
            <a:lvl5pPr>
              <a:defRPr lang="en-GB" sz="1400" b="0" i="0" u="none" strike="noStrike" cap="none">
                <a:solidFill>
                  <a:srgbClr val="000000"/>
                </a:solidFill>
                <a:latin typeface="Arial"/>
                <a:ea typeface="Arial"/>
                <a:cs typeface="Arial"/>
                <a:sym typeface="Arial"/>
              </a:defRPr>
            </a:lvl5pPr>
          </a:lstStyle>
          <a:p>
            <a:pPr marL="228600" marR="0" lvl="0" indent="-228600" algn="ctr">
              <a:lnSpc>
                <a:spcPct val="100000"/>
              </a:lnSpc>
              <a:spcBef>
                <a:spcPts val="0"/>
              </a:spcBef>
              <a:spcAft>
                <a:spcPts val="0"/>
              </a:spcAft>
              <a:buClr>
                <a:schemeClr val="lt1"/>
              </a:buClr>
              <a:buSzPts val="1400"/>
            </a:pPr>
            <a:r>
              <a:rPr lang="en-US" dirty="0"/>
              <a:t>Text</a:t>
            </a:r>
            <a:endParaRPr lang="en-GB" dirty="0"/>
          </a:p>
        </p:txBody>
      </p:sp>
      <p:sp>
        <p:nvSpPr>
          <p:cNvPr id="21" name="Text Placeholder 17">
            <a:extLst>
              <a:ext uri="{FF2B5EF4-FFF2-40B4-BE49-F238E27FC236}">
                <a16:creationId xmlns:a16="http://schemas.microsoft.com/office/drawing/2014/main" id="{96BD33FC-B708-4962-A87C-427EE1241E6D}"/>
              </a:ext>
            </a:extLst>
          </p:cNvPr>
          <p:cNvSpPr>
            <a:spLocks noGrp="1"/>
          </p:cNvSpPr>
          <p:nvPr>
            <p:ph type="body" sz="quarter" idx="15"/>
          </p:nvPr>
        </p:nvSpPr>
        <p:spPr>
          <a:xfrm>
            <a:off x="5062846" y="4800478"/>
            <a:ext cx="2182093" cy="708025"/>
          </a:xfrm>
          <a:prstGeom prst="rect">
            <a:avLst/>
          </a:prstGeom>
          <a:noFill/>
          <a:ln>
            <a:noFill/>
          </a:ln>
        </p:spPr>
        <p:txBody>
          <a:bodyPr spcFirstLastPara="1" wrap="square" lIns="91425" tIns="45700" rIns="91425" bIns="45700" anchor="ctr" anchorCtr="0">
            <a:noAutofit/>
          </a:bodyPr>
          <a:lstStyle>
            <a:lvl1pPr>
              <a:defRPr lang="en-US" sz="1400" b="1" i="0" u="none" strike="noStrike" cap="none" smtClean="0">
                <a:solidFill>
                  <a:srgbClr val="70C1C8"/>
                </a:solidFill>
                <a:latin typeface="Arial"/>
                <a:ea typeface="Arial"/>
                <a:cs typeface="Arial"/>
                <a:sym typeface="Arial"/>
              </a:defRPr>
            </a:lvl1pPr>
            <a:lvl2pPr>
              <a:defRPr lang="en-US" sz="1400" b="0" i="0" u="none" strike="noStrike" cap="none" smtClean="0">
                <a:solidFill>
                  <a:srgbClr val="000000"/>
                </a:solidFill>
                <a:latin typeface="Arial"/>
                <a:ea typeface="Arial"/>
                <a:cs typeface="Arial"/>
                <a:sym typeface="Arial"/>
              </a:defRPr>
            </a:lvl2pPr>
            <a:lvl3pPr>
              <a:defRPr lang="en-US" sz="1400" b="0" i="0" u="none" strike="noStrike" cap="none" smtClean="0">
                <a:solidFill>
                  <a:srgbClr val="000000"/>
                </a:solidFill>
                <a:latin typeface="Arial"/>
                <a:ea typeface="Arial"/>
                <a:cs typeface="Arial"/>
                <a:sym typeface="Arial"/>
              </a:defRPr>
            </a:lvl3pPr>
            <a:lvl4pPr>
              <a:defRPr lang="en-US" sz="1400" b="0" i="0" u="none" strike="noStrike" cap="none" smtClean="0">
                <a:solidFill>
                  <a:srgbClr val="000000"/>
                </a:solidFill>
                <a:latin typeface="Arial"/>
                <a:ea typeface="Arial"/>
                <a:cs typeface="Arial"/>
                <a:sym typeface="Arial"/>
              </a:defRPr>
            </a:lvl4pPr>
            <a:lvl5pPr>
              <a:defRPr lang="en-GB" sz="1400" b="0" i="0" u="none" strike="noStrike" cap="none">
                <a:solidFill>
                  <a:srgbClr val="000000"/>
                </a:solidFill>
                <a:latin typeface="Arial"/>
                <a:ea typeface="Arial"/>
                <a:cs typeface="Arial"/>
                <a:sym typeface="Arial"/>
              </a:defRPr>
            </a:lvl5pPr>
          </a:lstStyle>
          <a:p>
            <a:pPr marL="179387" marR="0" lvl="0" indent="-179387">
              <a:lnSpc>
                <a:spcPct val="100000"/>
              </a:lnSpc>
              <a:spcBef>
                <a:spcPts val="0"/>
              </a:spcBef>
              <a:spcAft>
                <a:spcPts val="0"/>
              </a:spcAft>
              <a:buClr>
                <a:srgbClr val="A6A6A6"/>
              </a:buClr>
              <a:buSzPts val="1700"/>
              <a:buFont typeface="Arial"/>
            </a:pPr>
            <a:r>
              <a:rPr lang="en-US" dirty="0"/>
              <a:t>Click to edit</a:t>
            </a:r>
            <a:endParaRPr lang="en-GB" dirty="0"/>
          </a:p>
        </p:txBody>
      </p:sp>
      <p:sp>
        <p:nvSpPr>
          <p:cNvPr id="22" name="Picture Placeholder 12">
            <a:extLst>
              <a:ext uri="{FF2B5EF4-FFF2-40B4-BE49-F238E27FC236}">
                <a16:creationId xmlns:a16="http://schemas.microsoft.com/office/drawing/2014/main" id="{651FEBA0-5826-4622-95E8-E0732F160083}"/>
              </a:ext>
            </a:extLst>
          </p:cNvPr>
          <p:cNvSpPr>
            <a:spLocks noGrp="1"/>
          </p:cNvSpPr>
          <p:nvPr>
            <p:ph type="pic" sz="quarter" idx="16"/>
          </p:nvPr>
        </p:nvSpPr>
        <p:spPr>
          <a:xfrm>
            <a:off x="8589168" y="2378632"/>
            <a:ext cx="1104900" cy="1039812"/>
          </a:xfrm>
          <a:prstGeom prst="rect">
            <a:avLst/>
          </a:prstGeom>
        </p:spPr>
        <p:txBody>
          <a:bodyPr/>
          <a:lstStyle>
            <a:lvl1pPr marL="0" indent="0">
              <a:buNone/>
              <a:defRPr sz="1000">
                <a:solidFill>
                  <a:schemeClr val="bg1">
                    <a:lumMod val="50000"/>
                  </a:schemeClr>
                </a:solidFill>
              </a:defRPr>
            </a:lvl1pPr>
          </a:lstStyle>
          <a:p>
            <a:endParaRPr lang="en-GB" dirty="0"/>
          </a:p>
        </p:txBody>
      </p:sp>
      <p:sp>
        <p:nvSpPr>
          <p:cNvPr id="23" name="Text Placeholder 14">
            <a:extLst>
              <a:ext uri="{FF2B5EF4-FFF2-40B4-BE49-F238E27FC236}">
                <a16:creationId xmlns:a16="http://schemas.microsoft.com/office/drawing/2014/main" id="{F1408A2E-0A48-43BC-9AE2-C4B97E082C7A}"/>
              </a:ext>
            </a:extLst>
          </p:cNvPr>
          <p:cNvSpPr>
            <a:spLocks noGrp="1"/>
          </p:cNvSpPr>
          <p:nvPr>
            <p:ph type="body" sz="quarter" idx="17" hasCustomPrompt="1"/>
          </p:nvPr>
        </p:nvSpPr>
        <p:spPr>
          <a:xfrm>
            <a:off x="8124824" y="3715080"/>
            <a:ext cx="2033587" cy="492125"/>
          </a:xfrm>
          <a:prstGeom prst="rect">
            <a:avLst/>
          </a:prstGeom>
          <a:noFill/>
          <a:ln>
            <a:noFill/>
          </a:ln>
        </p:spPr>
        <p:txBody>
          <a:bodyPr spcFirstLastPara="1" wrap="square" lIns="91425" tIns="45700" rIns="91425" bIns="45700" anchor="t" anchorCtr="0">
            <a:noAutofit/>
          </a:bodyPr>
          <a:lstStyle>
            <a:lvl1pPr marL="0" indent="0">
              <a:buNone/>
              <a:defRPr lang="en-US" sz="1400" b="1" i="0" u="none" strike="noStrike" cap="none" smtClean="0">
                <a:solidFill>
                  <a:schemeClr val="lt1"/>
                </a:solidFill>
                <a:latin typeface="Calibri"/>
                <a:ea typeface="Calibri"/>
                <a:cs typeface="Calibri"/>
                <a:sym typeface="Arial"/>
              </a:defRPr>
            </a:lvl1pPr>
            <a:lvl2pPr>
              <a:defRPr lang="en-US" sz="1400" b="0" i="0" u="none" strike="noStrike" cap="none" smtClean="0">
                <a:solidFill>
                  <a:srgbClr val="000000"/>
                </a:solidFill>
                <a:latin typeface="Arial"/>
                <a:ea typeface="Arial"/>
                <a:cs typeface="Arial"/>
                <a:sym typeface="Arial"/>
              </a:defRPr>
            </a:lvl2pPr>
            <a:lvl3pPr>
              <a:defRPr lang="en-US" sz="1400" b="0" i="0" u="none" strike="noStrike" cap="none" smtClean="0">
                <a:solidFill>
                  <a:srgbClr val="000000"/>
                </a:solidFill>
                <a:latin typeface="Arial"/>
                <a:ea typeface="Arial"/>
                <a:cs typeface="Arial"/>
                <a:sym typeface="Arial"/>
              </a:defRPr>
            </a:lvl3pPr>
            <a:lvl4pPr>
              <a:defRPr lang="en-US" sz="1400" b="0" i="0" u="none" strike="noStrike" cap="none" smtClean="0">
                <a:solidFill>
                  <a:srgbClr val="000000"/>
                </a:solidFill>
                <a:latin typeface="Arial"/>
                <a:ea typeface="Arial"/>
                <a:cs typeface="Arial"/>
                <a:sym typeface="Arial"/>
              </a:defRPr>
            </a:lvl4pPr>
            <a:lvl5pPr>
              <a:defRPr lang="en-GB" sz="1400" b="0" i="0" u="none" strike="noStrike" cap="none">
                <a:solidFill>
                  <a:srgbClr val="000000"/>
                </a:solidFill>
                <a:latin typeface="Arial"/>
                <a:ea typeface="Arial"/>
                <a:cs typeface="Arial"/>
                <a:sym typeface="Arial"/>
              </a:defRPr>
            </a:lvl5pPr>
          </a:lstStyle>
          <a:p>
            <a:pPr marL="228600" marR="0" lvl="0" indent="-228600" algn="ctr">
              <a:lnSpc>
                <a:spcPct val="100000"/>
              </a:lnSpc>
              <a:spcBef>
                <a:spcPts val="0"/>
              </a:spcBef>
              <a:spcAft>
                <a:spcPts val="0"/>
              </a:spcAft>
              <a:buClr>
                <a:schemeClr val="lt1"/>
              </a:buClr>
              <a:buSzPts val="1400"/>
            </a:pPr>
            <a:r>
              <a:rPr lang="en-US" dirty="0"/>
              <a:t>Text</a:t>
            </a:r>
            <a:endParaRPr lang="en-GB" dirty="0"/>
          </a:p>
        </p:txBody>
      </p:sp>
      <p:sp>
        <p:nvSpPr>
          <p:cNvPr id="24" name="Text Placeholder 17">
            <a:extLst>
              <a:ext uri="{FF2B5EF4-FFF2-40B4-BE49-F238E27FC236}">
                <a16:creationId xmlns:a16="http://schemas.microsoft.com/office/drawing/2014/main" id="{A0F80DEC-68A4-4BCD-A77E-17402CD3D920}"/>
              </a:ext>
            </a:extLst>
          </p:cNvPr>
          <p:cNvSpPr>
            <a:spLocks noGrp="1"/>
          </p:cNvSpPr>
          <p:nvPr>
            <p:ph type="body" sz="quarter" idx="18"/>
          </p:nvPr>
        </p:nvSpPr>
        <p:spPr>
          <a:xfrm>
            <a:off x="8050570" y="4800478"/>
            <a:ext cx="2182093" cy="708025"/>
          </a:xfrm>
          <a:prstGeom prst="rect">
            <a:avLst/>
          </a:prstGeom>
          <a:noFill/>
          <a:ln>
            <a:noFill/>
          </a:ln>
        </p:spPr>
        <p:txBody>
          <a:bodyPr spcFirstLastPara="1" wrap="square" lIns="91425" tIns="45700" rIns="91425" bIns="45700" anchor="ctr" anchorCtr="0">
            <a:noAutofit/>
          </a:bodyPr>
          <a:lstStyle>
            <a:lvl1pPr>
              <a:defRPr lang="en-US" sz="1400" b="1" i="0" u="none" strike="noStrike" cap="none" smtClean="0">
                <a:solidFill>
                  <a:srgbClr val="70C1C8"/>
                </a:solidFill>
                <a:latin typeface="Arial"/>
                <a:ea typeface="Arial"/>
                <a:cs typeface="Arial"/>
                <a:sym typeface="Arial"/>
              </a:defRPr>
            </a:lvl1pPr>
            <a:lvl2pPr>
              <a:defRPr lang="en-US" sz="1400" b="0" i="0" u="none" strike="noStrike" cap="none" smtClean="0">
                <a:solidFill>
                  <a:srgbClr val="000000"/>
                </a:solidFill>
                <a:latin typeface="Arial"/>
                <a:ea typeface="Arial"/>
                <a:cs typeface="Arial"/>
                <a:sym typeface="Arial"/>
              </a:defRPr>
            </a:lvl2pPr>
            <a:lvl3pPr>
              <a:defRPr lang="en-US" sz="1400" b="0" i="0" u="none" strike="noStrike" cap="none" smtClean="0">
                <a:solidFill>
                  <a:srgbClr val="000000"/>
                </a:solidFill>
                <a:latin typeface="Arial"/>
                <a:ea typeface="Arial"/>
                <a:cs typeface="Arial"/>
                <a:sym typeface="Arial"/>
              </a:defRPr>
            </a:lvl3pPr>
            <a:lvl4pPr>
              <a:defRPr lang="en-US" sz="1400" b="0" i="0" u="none" strike="noStrike" cap="none" smtClean="0">
                <a:solidFill>
                  <a:srgbClr val="000000"/>
                </a:solidFill>
                <a:latin typeface="Arial"/>
                <a:ea typeface="Arial"/>
                <a:cs typeface="Arial"/>
                <a:sym typeface="Arial"/>
              </a:defRPr>
            </a:lvl4pPr>
            <a:lvl5pPr>
              <a:defRPr lang="en-GB" sz="1400" b="0" i="0" u="none" strike="noStrike" cap="none">
                <a:solidFill>
                  <a:srgbClr val="000000"/>
                </a:solidFill>
                <a:latin typeface="Arial"/>
                <a:ea typeface="Arial"/>
                <a:cs typeface="Arial"/>
                <a:sym typeface="Arial"/>
              </a:defRPr>
            </a:lvl5pPr>
          </a:lstStyle>
          <a:p>
            <a:pPr marL="179387" marR="0" lvl="0" indent="-179387">
              <a:lnSpc>
                <a:spcPct val="100000"/>
              </a:lnSpc>
              <a:spcBef>
                <a:spcPts val="0"/>
              </a:spcBef>
              <a:spcAft>
                <a:spcPts val="0"/>
              </a:spcAft>
              <a:buClr>
                <a:srgbClr val="A6A6A6"/>
              </a:buClr>
              <a:buSzPts val="1700"/>
              <a:buFont typeface="Arial"/>
            </a:pPr>
            <a:r>
              <a:rPr lang="en-US" dirty="0"/>
              <a:t>Click to edit</a:t>
            </a:r>
            <a:endParaRPr lang="en-GB" dirty="0"/>
          </a:p>
        </p:txBody>
      </p:sp>
    </p:spTree>
    <p:extLst>
      <p:ext uri="{BB962C8B-B14F-4D97-AF65-F5344CB8AC3E}">
        <p14:creationId xmlns:p14="http://schemas.microsoft.com/office/powerpoint/2010/main" val="3290933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4" name="Shape 260">
            <a:extLst>
              <a:ext uri="{FF2B5EF4-FFF2-40B4-BE49-F238E27FC236}">
                <a16:creationId xmlns:a16="http://schemas.microsoft.com/office/drawing/2014/main" id="{19F3799E-4395-42E5-B208-9EB1B9B28B89}"/>
              </a:ext>
            </a:extLst>
          </p:cNvPr>
          <p:cNvGrpSpPr/>
          <p:nvPr userDrawn="1"/>
        </p:nvGrpSpPr>
        <p:grpSpPr>
          <a:xfrm>
            <a:off x="2148217" y="1936480"/>
            <a:ext cx="776287" cy="776287"/>
            <a:chOff x="0" y="0"/>
            <a:chExt cx="2147483646" cy="2147483646"/>
          </a:xfrm>
        </p:grpSpPr>
        <p:sp>
          <p:nvSpPr>
            <p:cNvPr id="5" name="Shape 261">
              <a:extLst>
                <a:ext uri="{FF2B5EF4-FFF2-40B4-BE49-F238E27FC236}">
                  <a16:creationId xmlns:a16="http://schemas.microsoft.com/office/drawing/2014/main" id="{1DF2C0D5-E70C-4E3D-A0C7-456E8CB6AEC0}"/>
                </a:ext>
              </a:extLst>
            </p:cNvPr>
            <p:cNvSpPr/>
            <p:nvPr/>
          </p:nvSpPr>
          <p:spPr>
            <a:xfrm>
              <a:off x="0" y="0"/>
              <a:ext cx="2147483646" cy="2147483646"/>
            </a:xfrm>
            <a:prstGeom prst="ellipse">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6" name="Shape 262">
              <a:extLst>
                <a:ext uri="{FF2B5EF4-FFF2-40B4-BE49-F238E27FC236}">
                  <a16:creationId xmlns:a16="http://schemas.microsoft.com/office/drawing/2014/main" id="{3CA3EED8-5482-44C8-9D46-3552A3DB4D58}"/>
                </a:ext>
              </a:extLst>
            </p:cNvPr>
            <p:cNvSpPr/>
            <p:nvPr/>
          </p:nvSpPr>
          <p:spPr>
            <a:xfrm>
              <a:off x="512223785" y="512223949"/>
              <a:ext cx="1123033527" cy="1123033527"/>
            </a:xfrm>
            <a:custGeom>
              <a:avLst/>
              <a:gdLst/>
              <a:ahLst/>
              <a:cxnLst/>
              <a:rect l="0" t="0" r="0" b="0"/>
              <a:pathLst>
                <a:path w="376" h="376" extrusionOk="0">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7" name="Shape 263">
            <a:extLst>
              <a:ext uri="{FF2B5EF4-FFF2-40B4-BE49-F238E27FC236}">
                <a16:creationId xmlns:a16="http://schemas.microsoft.com/office/drawing/2014/main" id="{33707C21-7EFD-4A0F-931A-149D515E6AFF}"/>
              </a:ext>
            </a:extLst>
          </p:cNvPr>
          <p:cNvGrpSpPr/>
          <p:nvPr userDrawn="1"/>
        </p:nvGrpSpPr>
        <p:grpSpPr>
          <a:xfrm>
            <a:off x="2148217" y="3433493"/>
            <a:ext cx="776287" cy="776287"/>
            <a:chOff x="0" y="0"/>
            <a:chExt cx="2147483646" cy="2147483646"/>
          </a:xfrm>
        </p:grpSpPr>
        <p:sp>
          <p:nvSpPr>
            <p:cNvPr id="8" name="Shape 264">
              <a:extLst>
                <a:ext uri="{FF2B5EF4-FFF2-40B4-BE49-F238E27FC236}">
                  <a16:creationId xmlns:a16="http://schemas.microsoft.com/office/drawing/2014/main" id="{EAEA7CF6-80F1-4602-B9CB-9253683D7ACE}"/>
                </a:ext>
              </a:extLst>
            </p:cNvPr>
            <p:cNvSpPr/>
            <p:nvPr/>
          </p:nvSpPr>
          <p:spPr>
            <a:xfrm>
              <a:off x="0" y="0"/>
              <a:ext cx="2147483646" cy="2147483646"/>
            </a:xfrm>
            <a:prstGeom prst="ellipse">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9" name="Shape 265">
              <a:extLst>
                <a:ext uri="{FF2B5EF4-FFF2-40B4-BE49-F238E27FC236}">
                  <a16:creationId xmlns:a16="http://schemas.microsoft.com/office/drawing/2014/main" id="{E22498FE-93DB-4463-8FAD-4AFA326418B8}"/>
                </a:ext>
              </a:extLst>
            </p:cNvPr>
            <p:cNvSpPr/>
            <p:nvPr/>
          </p:nvSpPr>
          <p:spPr>
            <a:xfrm>
              <a:off x="348515369" y="644481043"/>
              <a:ext cx="1465149319" cy="893989298"/>
            </a:xfrm>
            <a:custGeom>
              <a:avLst/>
              <a:gdLst/>
              <a:ahLst/>
              <a:cxnLst/>
              <a:rect l="0" t="0" r="0" b="0"/>
              <a:pathLst>
                <a:path w="400" h="244" extrusionOk="0">
                  <a:moveTo>
                    <a:pt x="152" y="7"/>
                  </a:moveTo>
                  <a:cubicBezTo>
                    <a:pt x="145" y="0"/>
                    <a:pt x="135" y="0"/>
                    <a:pt x="127" y="7"/>
                  </a:cubicBezTo>
                  <a:cubicBezTo>
                    <a:pt x="0" y="122"/>
                    <a:pt x="0" y="122"/>
                    <a:pt x="0" y="122"/>
                  </a:cubicBezTo>
                  <a:cubicBezTo>
                    <a:pt x="127" y="237"/>
                    <a:pt x="127" y="237"/>
                    <a:pt x="127" y="237"/>
                  </a:cubicBezTo>
                  <a:cubicBezTo>
                    <a:pt x="135" y="244"/>
                    <a:pt x="145" y="244"/>
                    <a:pt x="152" y="237"/>
                  </a:cubicBezTo>
                  <a:cubicBezTo>
                    <a:pt x="159" y="230"/>
                    <a:pt x="159" y="219"/>
                    <a:pt x="152" y="212"/>
                  </a:cubicBezTo>
                  <a:cubicBezTo>
                    <a:pt x="53" y="122"/>
                    <a:pt x="53" y="122"/>
                    <a:pt x="53" y="122"/>
                  </a:cubicBezTo>
                  <a:cubicBezTo>
                    <a:pt x="152" y="32"/>
                    <a:pt x="152" y="32"/>
                    <a:pt x="152" y="32"/>
                  </a:cubicBezTo>
                  <a:cubicBezTo>
                    <a:pt x="159" y="25"/>
                    <a:pt x="159" y="14"/>
                    <a:pt x="152" y="7"/>
                  </a:cubicBezTo>
                  <a:close/>
                  <a:moveTo>
                    <a:pt x="272" y="7"/>
                  </a:moveTo>
                  <a:cubicBezTo>
                    <a:pt x="265" y="0"/>
                    <a:pt x="255" y="0"/>
                    <a:pt x="248" y="7"/>
                  </a:cubicBezTo>
                  <a:cubicBezTo>
                    <a:pt x="240" y="14"/>
                    <a:pt x="241" y="25"/>
                    <a:pt x="248" y="32"/>
                  </a:cubicBezTo>
                  <a:cubicBezTo>
                    <a:pt x="347" y="122"/>
                    <a:pt x="347" y="122"/>
                    <a:pt x="347" y="122"/>
                  </a:cubicBezTo>
                  <a:cubicBezTo>
                    <a:pt x="248" y="212"/>
                    <a:pt x="248" y="212"/>
                    <a:pt x="248" y="212"/>
                  </a:cubicBezTo>
                  <a:cubicBezTo>
                    <a:pt x="241" y="219"/>
                    <a:pt x="240" y="230"/>
                    <a:pt x="248" y="237"/>
                  </a:cubicBezTo>
                  <a:cubicBezTo>
                    <a:pt x="255" y="244"/>
                    <a:pt x="265" y="244"/>
                    <a:pt x="272" y="237"/>
                  </a:cubicBezTo>
                  <a:cubicBezTo>
                    <a:pt x="400" y="122"/>
                    <a:pt x="400" y="122"/>
                    <a:pt x="400" y="122"/>
                  </a:cubicBezTo>
                  <a:lnTo>
                    <a:pt x="272" y="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0" name="Shape 266">
            <a:extLst>
              <a:ext uri="{FF2B5EF4-FFF2-40B4-BE49-F238E27FC236}">
                <a16:creationId xmlns:a16="http://schemas.microsoft.com/office/drawing/2014/main" id="{8087E86F-573F-4059-A0B2-953B9BFF9848}"/>
              </a:ext>
            </a:extLst>
          </p:cNvPr>
          <p:cNvGrpSpPr/>
          <p:nvPr userDrawn="1"/>
        </p:nvGrpSpPr>
        <p:grpSpPr>
          <a:xfrm>
            <a:off x="2148217" y="4935268"/>
            <a:ext cx="776287" cy="777875"/>
            <a:chOff x="0" y="0"/>
            <a:chExt cx="2147483646" cy="2147483646"/>
          </a:xfrm>
        </p:grpSpPr>
        <p:sp>
          <p:nvSpPr>
            <p:cNvPr id="11" name="Shape 267">
              <a:extLst>
                <a:ext uri="{FF2B5EF4-FFF2-40B4-BE49-F238E27FC236}">
                  <a16:creationId xmlns:a16="http://schemas.microsoft.com/office/drawing/2014/main" id="{79B93D79-F40D-4941-BCD0-71F59455D3C6}"/>
                </a:ext>
              </a:extLst>
            </p:cNvPr>
            <p:cNvSpPr/>
            <p:nvPr/>
          </p:nvSpPr>
          <p:spPr>
            <a:xfrm>
              <a:off x="0" y="0"/>
              <a:ext cx="2147483646" cy="2147483646"/>
            </a:xfrm>
            <a:prstGeom prst="ellipse">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2" name="Shape 268">
              <a:extLst>
                <a:ext uri="{FF2B5EF4-FFF2-40B4-BE49-F238E27FC236}">
                  <a16:creationId xmlns:a16="http://schemas.microsoft.com/office/drawing/2014/main" id="{0A4B39F2-97A5-4285-AE9E-1EC947608FCA}"/>
                </a:ext>
              </a:extLst>
            </p:cNvPr>
            <p:cNvSpPr/>
            <p:nvPr/>
          </p:nvSpPr>
          <p:spPr>
            <a:xfrm>
              <a:off x="458264826" y="581882291"/>
              <a:ext cx="1230948210" cy="983716703"/>
            </a:xfrm>
            <a:custGeom>
              <a:avLst/>
              <a:gdLst/>
              <a:ahLst/>
              <a:cxnLst/>
              <a:rect l="0" t="0" r="0" b="0"/>
              <a:pathLst>
                <a:path w="400" h="320" extrusionOk="0">
                  <a:moveTo>
                    <a:pt x="200" y="120"/>
                  </a:moveTo>
                  <a:cubicBezTo>
                    <a:pt x="167" y="120"/>
                    <a:pt x="140" y="147"/>
                    <a:pt x="140" y="180"/>
                  </a:cubicBezTo>
                  <a:cubicBezTo>
                    <a:pt x="140" y="213"/>
                    <a:pt x="167" y="240"/>
                    <a:pt x="200" y="240"/>
                  </a:cubicBezTo>
                  <a:cubicBezTo>
                    <a:pt x="233" y="240"/>
                    <a:pt x="260" y="213"/>
                    <a:pt x="260" y="180"/>
                  </a:cubicBezTo>
                  <a:cubicBezTo>
                    <a:pt x="260" y="147"/>
                    <a:pt x="233" y="120"/>
                    <a:pt x="200" y="120"/>
                  </a:cubicBezTo>
                  <a:close/>
                  <a:moveTo>
                    <a:pt x="360" y="60"/>
                  </a:moveTo>
                  <a:cubicBezTo>
                    <a:pt x="312" y="60"/>
                    <a:pt x="312" y="60"/>
                    <a:pt x="312" y="60"/>
                  </a:cubicBezTo>
                  <a:cubicBezTo>
                    <a:pt x="305" y="60"/>
                    <a:pt x="298" y="55"/>
                    <a:pt x="296" y="49"/>
                  </a:cubicBezTo>
                  <a:cubicBezTo>
                    <a:pt x="284" y="11"/>
                    <a:pt x="284" y="11"/>
                    <a:pt x="284" y="11"/>
                  </a:cubicBezTo>
                  <a:cubicBezTo>
                    <a:pt x="281" y="5"/>
                    <a:pt x="274" y="0"/>
                    <a:pt x="268" y="0"/>
                  </a:cubicBezTo>
                  <a:cubicBezTo>
                    <a:pt x="132" y="0"/>
                    <a:pt x="132" y="0"/>
                    <a:pt x="132" y="0"/>
                  </a:cubicBezTo>
                  <a:cubicBezTo>
                    <a:pt x="125" y="0"/>
                    <a:pt x="118" y="5"/>
                    <a:pt x="116" y="11"/>
                  </a:cubicBezTo>
                  <a:cubicBezTo>
                    <a:pt x="104" y="49"/>
                    <a:pt x="104" y="49"/>
                    <a:pt x="104" y="49"/>
                  </a:cubicBezTo>
                  <a:cubicBezTo>
                    <a:pt x="101" y="55"/>
                    <a:pt x="94" y="60"/>
                    <a:pt x="88" y="60"/>
                  </a:cubicBezTo>
                  <a:cubicBezTo>
                    <a:pt x="40" y="60"/>
                    <a:pt x="40" y="60"/>
                    <a:pt x="40" y="60"/>
                  </a:cubicBezTo>
                  <a:cubicBezTo>
                    <a:pt x="18" y="60"/>
                    <a:pt x="0" y="78"/>
                    <a:pt x="0" y="100"/>
                  </a:cubicBezTo>
                  <a:cubicBezTo>
                    <a:pt x="0" y="280"/>
                    <a:pt x="0" y="280"/>
                    <a:pt x="0" y="280"/>
                  </a:cubicBezTo>
                  <a:cubicBezTo>
                    <a:pt x="0" y="302"/>
                    <a:pt x="18" y="320"/>
                    <a:pt x="40" y="320"/>
                  </a:cubicBezTo>
                  <a:cubicBezTo>
                    <a:pt x="360" y="320"/>
                    <a:pt x="360" y="320"/>
                    <a:pt x="360" y="320"/>
                  </a:cubicBezTo>
                  <a:cubicBezTo>
                    <a:pt x="382" y="320"/>
                    <a:pt x="400" y="302"/>
                    <a:pt x="400" y="280"/>
                  </a:cubicBezTo>
                  <a:cubicBezTo>
                    <a:pt x="400" y="100"/>
                    <a:pt x="400" y="100"/>
                    <a:pt x="400" y="100"/>
                  </a:cubicBezTo>
                  <a:cubicBezTo>
                    <a:pt x="400" y="78"/>
                    <a:pt x="382" y="60"/>
                    <a:pt x="360" y="60"/>
                  </a:cubicBezTo>
                  <a:close/>
                  <a:moveTo>
                    <a:pt x="200" y="280"/>
                  </a:moveTo>
                  <a:cubicBezTo>
                    <a:pt x="145" y="280"/>
                    <a:pt x="100" y="235"/>
                    <a:pt x="100" y="180"/>
                  </a:cubicBezTo>
                  <a:cubicBezTo>
                    <a:pt x="100" y="125"/>
                    <a:pt x="145" y="80"/>
                    <a:pt x="200" y="80"/>
                  </a:cubicBezTo>
                  <a:cubicBezTo>
                    <a:pt x="255" y="80"/>
                    <a:pt x="300" y="125"/>
                    <a:pt x="300" y="180"/>
                  </a:cubicBezTo>
                  <a:cubicBezTo>
                    <a:pt x="300" y="235"/>
                    <a:pt x="255" y="280"/>
                    <a:pt x="200" y="280"/>
                  </a:cubicBezTo>
                  <a:close/>
                  <a:moveTo>
                    <a:pt x="346" y="128"/>
                  </a:moveTo>
                  <a:cubicBezTo>
                    <a:pt x="338" y="128"/>
                    <a:pt x="332" y="122"/>
                    <a:pt x="332" y="114"/>
                  </a:cubicBezTo>
                  <a:cubicBezTo>
                    <a:pt x="332" y="106"/>
                    <a:pt x="338" y="100"/>
                    <a:pt x="346" y="100"/>
                  </a:cubicBezTo>
                  <a:cubicBezTo>
                    <a:pt x="354" y="100"/>
                    <a:pt x="360" y="106"/>
                    <a:pt x="360" y="114"/>
                  </a:cubicBezTo>
                  <a:cubicBezTo>
                    <a:pt x="360" y="122"/>
                    <a:pt x="354" y="128"/>
                    <a:pt x="346" y="128"/>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3" name="Shape 269">
            <a:extLst>
              <a:ext uri="{FF2B5EF4-FFF2-40B4-BE49-F238E27FC236}">
                <a16:creationId xmlns:a16="http://schemas.microsoft.com/office/drawing/2014/main" id="{0F56AEE4-8667-47A3-81A7-CBFD36762E5E}"/>
              </a:ext>
            </a:extLst>
          </p:cNvPr>
          <p:cNvGrpSpPr/>
          <p:nvPr userDrawn="1"/>
        </p:nvGrpSpPr>
        <p:grpSpPr>
          <a:xfrm>
            <a:off x="6167767" y="3433493"/>
            <a:ext cx="776287" cy="776287"/>
            <a:chOff x="0" y="0"/>
            <a:chExt cx="2147483646" cy="2147483646"/>
          </a:xfrm>
        </p:grpSpPr>
        <p:sp>
          <p:nvSpPr>
            <p:cNvPr id="14" name="Shape 270">
              <a:extLst>
                <a:ext uri="{FF2B5EF4-FFF2-40B4-BE49-F238E27FC236}">
                  <a16:creationId xmlns:a16="http://schemas.microsoft.com/office/drawing/2014/main" id="{C9FFB5D8-CE68-4613-AE0D-A2047D03B2D0}"/>
                </a:ext>
              </a:extLst>
            </p:cNvPr>
            <p:cNvSpPr/>
            <p:nvPr/>
          </p:nvSpPr>
          <p:spPr>
            <a:xfrm>
              <a:off x="0" y="0"/>
              <a:ext cx="2147483646" cy="2147483646"/>
            </a:xfrm>
            <a:prstGeom prst="ellipse">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5" name="Shape 271">
              <a:extLst>
                <a:ext uri="{FF2B5EF4-FFF2-40B4-BE49-F238E27FC236}">
                  <a16:creationId xmlns:a16="http://schemas.microsoft.com/office/drawing/2014/main" id="{FA119894-E5C4-4D64-B382-9F8212907AE3}"/>
                </a:ext>
              </a:extLst>
            </p:cNvPr>
            <p:cNvSpPr/>
            <p:nvPr/>
          </p:nvSpPr>
          <p:spPr>
            <a:xfrm>
              <a:off x="560823051" y="579241576"/>
              <a:ext cx="1025838192" cy="1024465762"/>
            </a:xfrm>
            <a:custGeom>
              <a:avLst/>
              <a:gdLst/>
              <a:ahLst/>
              <a:cxnLst/>
              <a:rect l="0" t="0" r="0" b="0"/>
              <a:pathLst>
                <a:path w="316" h="316" extrusionOk="0">
                  <a:moveTo>
                    <a:pt x="287" y="29"/>
                  </a:moveTo>
                  <a:cubicBezTo>
                    <a:pt x="258" y="0"/>
                    <a:pt x="236" y="4"/>
                    <a:pt x="236" y="4"/>
                  </a:cubicBezTo>
                  <a:cubicBezTo>
                    <a:pt x="135" y="105"/>
                    <a:pt x="135" y="105"/>
                    <a:pt x="135" y="105"/>
                  </a:cubicBezTo>
                  <a:cubicBezTo>
                    <a:pt x="20" y="221"/>
                    <a:pt x="20" y="221"/>
                    <a:pt x="20" y="221"/>
                  </a:cubicBezTo>
                  <a:cubicBezTo>
                    <a:pt x="0" y="316"/>
                    <a:pt x="0" y="316"/>
                    <a:pt x="0" y="316"/>
                  </a:cubicBezTo>
                  <a:cubicBezTo>
                    <a:pt x="95" y="296"/>
                    <a:pt x="95" y="296"/>
                    <a:pt x="95" y="296"/>
                  </a:cubicBezTo>
                  <a:cubicBezTo>
                    <a:pt x="210" y="180"/>
                    <a:pt x="210" y="180"/>
                    <a:pt x="210" y="180"/>
                  </a:cubicBezTo>
                  <a:cubicBezTo>
                    <a:pt x="312" y="79"/>
                    <a:pt x="312" y="79"/>
                    <a:pt x="312" y="79"/>
                  </a:cubicBezTo>
                  <a:cubicBezTo>
                    <a:pt x="312" y="79"/>
                    <a:pt x="316" y="58"/>
                    <a:pt x="287" y="29"/>
                  </a:cubicBezTo>
                  <a:close/>
                  <a:moveTo>
                    <a:pt x="89" y="284"/>
                  </a:moveTo>
                  <a:cubicBezTo>
                    <a:pt x="57" y="291"/>
                    <a:pt x="57" y="291"/>
                    <a:pt x="57" y="291"/>
                  </a:cubicBezTo>
                  <a:cubicBezTo>
                    <a:pt x="54" y="285"/>
                    <a:pt x="50" y="280"/>
                    <a:pt x="43" y="273"/>
                  </a:cubicBezTo>
                  <a:cubicBezTo>
                    <a:pt x="36" y="266"/>
                    <a:pt x="30" y="262"/>
                    <a:pt x="24" y="259"/>
                  </a:cubicBezTo>
                  <a:cubicBezTo>
                    <a:pt x="31" y="226"/>
                    <a:pt x="31" y="226"/>
                    <a:pt x="31" y="226"/>
                  </a:cubicBezTo>
                  <a:cubicBezTo>
                    <a:pt x="41" y="217"/>
                    <a:pt x="41" y="217"/>
                    <a:pt x="41" y="217"/>
                  </a:cubicBezTo>
                  <a:cubicBezTo>
                    <a:pt x="41" y="217"/>
                    <a:pt x="58" y="217"/>
                    <a:pt x="78" y="237"/>
                  </a:cubicBezTo>
                  <a:cubicBezTo>
                    <a:pt x="98" y="257"/>
                    <a:pt x="99" y="275"/>
                    <a:pt x="99" y="275"/>
                  </a:cubicBezTo>
                  <a:lnTo>
                    <a:pt x="89" y="28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6" name="Shape 272">
            <a:extLst>
              <a:ext uri="{FF2B5EF4-FFF2-40B4-BE49-F238E27FC236}">
                <a16:creationId xmlns:a16="http://schemas.microsoft.com/office/drawing/2014/main" id="{A5D0A68A-5A80-4BBF-B688-086B4DB1D127}"/>
              </a:ext>
            </a:extLst>
          </p:cNvPr>
          <p:cNvGrpSpPr/>
          <p:nvPr userDrawn="1"/>
        </p:nvGrpSpPr>
        <p:grpSpPr>
          <a:xfrm>
            <a:off x="6172529" y="4928918"/>
            <a:ext cx="774700" cy="776287"/>
            <a:chOff x="0" y="0"/>
            <a:chExt cx="2147483646" cy="2147483646"/>
          </a:xfrm>
        </p:grpSpPr>
        <p:sp>
          <p:nvSpPr>
            <p:cNvPr id="17" name="Shape 273">
              <a:extLst>
                <a:ext uri="{FF2B5EF4-FFF2-40B4-BE49-F238E27FC236}">
                  <a16:creationId xmlns:a16="http://schemas.microsoft.com/office/drawing/2014/main" id="{547FD15B-01D1-496E-A60B-832A3C3BC3CB}"/>
                </a:ext>
              </a:extLst>
            </p:cNvPr>
            <p:cNvSpPr/>
            <p:nvPr/>
          </p:nvSpPr>
          <p:spPr>
            <a:xfrm>
              <a:off x="0" y="0"/>
              <a:ext cx="2147483646" cy="2147483646"/>
            </a:xfrm>
            <a:prstGeom prst="ellipse">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 name="Shape 274">
              <a:extLst>
                <a:ext uri="{FF2B5EF4-FFF2-40B4-BE49-F238E27FC236}">
                  <a16:creationId xmlns:a16="http://schemas.microsoft.com/office/drawing/2014/main" id="{12006630-CBC8-4A59-A9FD-B5904069CA61}"/>
                </a:ext>
              </a:extLst>
            </p:cNvPr>
            <p:cNvSpPr/>
            <p:nvPr/>
          </p:nvSpPr>
          <p:spPr>
            <a:xfrm>
              <a:off x="481500755" y="668264502"/>
              <a:ext cx="1184478092" cy="846419680"/>
            </a:xfrm>
            <a:custGeom>
              <a:avLst/>
              <a:gdLst/>
              <a:ahLst/>
              <a:cxnLst/>
              <a:rect l="0" t="0" r="0" b="0"/>
              <a:pathLst>
                <a:path w="392" h="280" extrusionOk="0">
                  <a:moveTo>
                    <a:pt x="392" y="40"/>
                  </a:moveTo>
                  <a:cubicBezTo>
                    <a:pt x="392" y="16"/>
                    <a:pt x="392" y="16"/>
                    <a:pt x="392" y="16"/>
                  </a:cubicBezTo>
                  <a:cubicBezTo>
                    <a:pt x="392" y="7"/>
                    <a:pt x="385" y="0"/>
                    <a:pt x="376" y="0"/>
                  </a:cubicBezTo>
                  <a:cubicBezTo>
                    <a:pt x="16" y="0"/>
                    <a:pt x="16" y="0"/>
                    <a:pt x="16" y="0"/>
                  </a:cubicBezTo>
                  <a:cubicBezTo>
                    <a:pt x="7" y="0"/>
                    <a:pt x="0" y="7"/>
                    <a:pt x="0" y="16"/>
                  </a:cubicBezTo>
                  <a:cubicBezTo>
                    <a:pt x="0" y="40"/>
                    <a:pt x="0" y="40"/>
                    <a:pt x="0" y="40"/>
                  </a:cubicBezTo>
                  <a:cubicBezTo>
                    <a:pt x="40" y="40"/>
                    <a:pt x="40" y="40"/>
                    <a:pt x="40" y="40"/>
                  </a:cubicBezTo>
                  <a:cubicBezTo>
                    <a:pt x="40" y="80"/>
                    <a:pt x="40" y="80"/>
                    <a:pt x="40" y="80"/>
                  </a:cubicBezTo>
                  <a:cubicBezTo>
                    <a:pt x="0" y="80"/>
                    <a:pt x="0" y="80"/>
                    <a:pt x="0" y="80"/>
                  </a:cubicBezTo>
                  <a:cubicBezTo>
                    <a:pt x="0" y="120"/>
                    <a:pt x="0" y="120"/>
                    <a:pt x="0" y="120"/>
                  </a:cubicBezTo>
                  <a:cubicBezTo>
                    <a:pt x="40" y="120"/>
                    <a:pt x="40" y="120"/>
                    <a:pt x="40" y="120"/>
                  </a:cubicBezTo>
                  <a:cubicBezTo>
                    <a:pt x="40" y="160"/>
                    <a:pt x="40" y="160"/>
                    <a:pt x="40" y="160"/>
                  </a:cubicBezTo>
                  <a:cubicBezTo>
                    <a:pt x="0" y="160"/>
                    <a:pt x="0" y="160"/>
                    <a:pt x="0" y="160"/>
                  </a:cubicBezTo>
                  <a:cubicBezTo>
                    <a:pt x="0" y="200"/>
                    <a:pt x="0" y="200"/>
                    <a:pt x="0" y="200"/>
                  </a:cubicBezTo>
                  <a:cubicBezTo>
                    <a:pt x="40" y="200"/>
                    <a:pt x="40" y="200"/>
                    <a:pt x="40" y="200"/>
                  </a:cubicBezTo>
                  <a:cubicBezTo>
                    <a:pt x="40" y="240"/>
                    <a:pt x="40" y="240"/>
                    <a:pt x="40" y="240"/>
                  </a:cubicBezTo>
                  <a:cubicBezTo>
                    <a:pt x="0" y="240"/>
                    <a:pt x="0" y="240"/>
                    <a:pt x="0" y="240"/>
                  </a:cubicBezTo>
                  <a:cubicBezTo>
                    <a:pt x="0" y="264"/>
                    <a:pt x="0" y="264"/>
                    <a:pt x="0" y="264"/>
                  </a:cubicBezTo>
                  <a:cubicBezTo>
                    <a:pt x="0" y="273"/>
                    <a:pt x="7" y="280"/>
                    <a:pt x="16" y="280"/>
                  </a:cubicBezTo>
                  <a:cubicBezTo>
                    <a:pt x="376" y="280"/>
                    <a:pt x="376" y="280"/>
                    <a:pt x="376" y="280"/>
                  </a:cubicBezTo>
                  <a:cubicBezTo>
                    <a:pt x="385" y="280"/>
                    <a:pt x="392" y="273"/>
                    <a:pt x="392" y="264"/>
                  </a:cubicBezTo>
                  <a:cubicBezTo>
                    <a:pt x="392" y="240"/>
                    <a:pt x="392" y="240"/>
                    <a:pt x="392" y="240"/>
                  </a:cubicBezTo>
                  <a:cubicBezTo>
                    <a:pt x="352" y="240"/>
                    <a:pt x="352" y="240"/>
                    <a:pt x="352" y="240"/>
                  </a:cubicBezTo>
                  <a:cubicBezTo>
                    <a:pt x="352" y="200"/>
                    <a:pt x="352" y="200"/>
                    <a:pt x="352" y="200"/>
                  </a:cubicBezTo>
                  <a:cubicBezTo>
                    <a:pt x="392" y="200"/>
                    <a:pt x="392" y="200"/>
                    <a:pt x="392" y="200"/>
                  </a:cubicBezTo>
                  <a:cubicBezTo>
                    <a:pt x="392" y="160"/>
                    <a:pt x="392" y="160"/>
                    <a:pt x="392" y="160"/>
                  </a:cubicBezTo>
                  <a:cubicBezTo>
                    <a:pt x="352" y="160"/>
                    <a:pt x="352" y="160"/>
                    <a:pt x="352" y="160"/>
                  </a:cubicBezTo>
                  <a:cubicBezTo>
                    <a:pt x="352" y="120"/>
                    <a:pt x="352" y="120"/>
                    <a:pt x="352" y="120"/>
                  </a:cubicBezTo>
                  <a:cubicBezTo>
                    <a:pt x="392" y="120"/>
                    <a:pt x="392" y="120"/>
                    <a:pt x="392" y="120"/>
                  </a:cubicBezTo>
                  <a:cubicBezTo>
                    <a:pt x="392" y="80"/>
                    <a:pt x="392" y="80"/>
                    <a:pt x="392" y="80"/>
                  </a:cubicBezTo>
                  <a:cubicBezTo>
                    <a:pt x="352" y="80"/>
                    <a:pt x="352" y="80"/>
                    <a:pt x="352" y="80"/>
                  </a:cubicBezTo>
                  <a:cubicBezTo>
                    <a:pt x="352" y="40"/>
                    <a:pt x="352" y="40"/>
                    <a:pt x="352" y="40"/>
                  </a:cubicBezTo>
                  <a:lnTo>
                    <a:pt x="392" y="40"/>
                  </a:lnTo>
                  <a:close/>
                  <a:moveTo>
                    <a:pt x="152" y="200"/>
                  </a:moveTo>
                  <a:cubicBezTo>
                    <a:pt x="152" y="80"/>
                    <a:pt x="152" y="80"/>
                    <a:pt x="152" y="80"/>
                  </a:cubicBezTo>
                  <a:cubicBezTo>
                    <a:pt x="252" y="140"/>
                    <a:pt x="252" y="140"/>
                    <a:pt x="252" y="140"/>
                  </a:cubicBezTo>
                  <a:lnTo>
                    <a:pt x="152" y="2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9" name="Shape 275">
            <a:extLst>
              <a:ext uri="{FF2B5EF4-FFF2-40B4-BE49-F238E27FC236}">
                <a16:creationId xmlns:a16="http://schemas.microsoft.com/office/drawing/2014/main" id="{18AAE953-FBF7-4942-AD28-906EA161E8B5}"/>
              </a:ext>
            </a:extLst>
          </p:cNvPr>
          <p:cNvGrpSpPr/>
          <p:nvPr userDrawn="1"/>
        </p:nvGrpSpPr>
        <p:grpSpPr>
          <a:xfrm>
            <a:off x="6167767" y="1936480"/>
            <a:ext cx="776287" cy="776287"/>
            <a:chOff x="0" y="0"/>
            <a:chExt cx="2147483646" cy="2147483646"/>
          </a:xfrm>
        </p:grpSpPr>
        <p:sp>
          <p:nvSpPr>
            <p:cNvPr id="20" name="Shape 276">
              <a:extLst>
                <a:ext uri="{FF2B5EF4-FFF2-40B4-BE49-F238E27FC236}">
                  <a16:creationId xmlns:a16="http://schemas.microsoft.com/office/drawing/2014/main" id="{BC518AEC-E192-4FC4-B27F-52EC836AC3DC}"/>
                </a:ext>
              </a:extLst>
            </p:cNvPr>
            <p:cNvSpPr/>
            <p:nvPr/>
          </p:nvSpPr>
          <p:spPr>
            <a:xfrm>
              <a:off x="0" y="0"/>
              <a:ext cx="2147483646" cy="2147483646"/>
            </a:xfrm>
            <a:prstGeom prst="ellipse">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 name="Shape 277">
              <a:extLst>
                <a:ext uri="{FF2B5EF4-FFF2-40B4-BE49-F238E27FC236}">
                  <a16:creationId xmlns:a16="http://schemas.microsoft.com/office/drawing/2014/main" id="{D4F8D8B6-FE9D-4768-904A-D46316957517}"/>
                </a:ext>
              </a:extLst>
            </p:cNvPr>
            <p:cNvSpPr/>
            <p:nvPr/>
          </p:nvSpPr>
          <p:spPr>
            <a:xfrm>
              <a:off x="403903569" y="388250688"/>
              <a:ext cx="1339676513" cy="1370990130"/>
            </a:xfrm>
            <a:custGeom>
              <a:avLst/>
              <a:gdLst/>
              <a:ahLst/>
              <a:cxnLst/>
              <a:rect l="0" t="0" r="0" b="0"/>
              <a:pathLst>
                <a:path w="417" h="426" extrusionOk="0">
                  <a:moveTo>
                    <a:pt x="121" y="94"/>
                  </a:moveTo>
                  <a:cubicBezTo>
                    <a:pt x="98" y="116"/>
                    <a:pt x="0" y="256"/>
                    <a:pt x="85" y="341"/>
                  </a:cubicBezTo>
                  <a:cubicBezTo>
                    <a:pt x="170" y="426"/>
                    <a:pt x="309" y="328"/>
                    <a:pt x="332" y="305"/>
                  </a:cubicBezTo>
                  <a:cubicBezTo>
                    <a:pt x="354" y="283"/>
                    <a:pt x="325" y="217"/>
                    <a:pt x="267" y="159"/>
                  </a:cubicBezTo>
                  <a:cubicBezTo>
                    <a:pt x="209" y="101"/>
                    <a:pt x="143" y="72"/>
                    <a:pt x="121" y="94"/>
                  </a:cubicBezTo>
                  <a:close/>
                  <a:moveTo>
                    <a:pt x="306" y="286"/>
                  </a:moveTo>
                  <a:cubicBezTo>
                    <a:pt x="299" y="292"/>
                    <a:pt x="248" y="277"/>
                    <a:pt x="199" y="227"/>
                  </a:cubicBezTo>
                  <a:cubicBezTo>
                    <a:pt x="149" y="178"/>
                    <a:pt x="134" y="127"/>
                    <a:pt x="140" y="120"/>
                  </a:cubicBezTo>
                  <a:cubicBezTo>
                    <a:pt x="147" y="113"/>
                    <a:pt x="198" y="129"/>
                    <a:pt x="247" y="179"/>
                  </a:cubicBezTo>
                  <a:cubicBezTo>
                    <a:pt x="297" y="228"/>
                    <a:pt x="313" y="279"/>
                    <a:pt x="306" y="286"/>
                  </a:cubicBezTo>
                  <a:close/>
                  <a:moveTo>
                    <a:pt x="309" y="128"/>
                  </a:moveTo>
                  <a:cubicBezTo>
                    <a:pt x="314" y="128"/>
                    <a:pt x="319" y="126"/>
                    <a:pt x="323" y="122"/>
                  </a:cubicBezTo>
                  <a:cubicBezTo>
                    <a:pt x="361" y="84"/>
                    <a:pt x="361" y="84"/>
                    <a:pt x="361" y="84"/>
                  </a:cubicBezTo>
                  <a:cubicBezTo>
                    <a:pt x="369" y="76"/>
                    <a:pt x="369" y="64"/>
                    <a:pt x="361" y="56"/>
                  </a:cubicBezTo>
                  <a:cubicBezTo>
                    <a:pt x="353" y="48"/>
                    <a:pt x="341" y="48"/>
                    <a:pt x="333" y="56"/>
                  </a:cubicBezTo>
                  <a:cubicBezTo>
                    <a:pt x="295" y="94"/>
                    <a:pt x="295" y="94"/>
                    <a:pt x="295" y="94"/>
                  </a:cubicBezTo>
                  <a:cubicBezTo>
                    <a:pt x="287" y="102"/>
                    <a:pt x="287" y="115"/>
                    <a:pt x="295" y="122"/>
                  </a:cubicBezTo>
                  <a:cubicBezTo>
                    <a:pt x="299" y="126"/>
                    <a:pt x="304" y="128"/>
                    <a:pt x="309" y="128"/>
                  </a:cubicBezTo>
                  <a:close/>
                  <a:moveTo>
                    <a:pt x="237" y="79"/>
                  </a:moveTo>
                  <a:cubicBezTo>
                    <a:pt x="240" y="81"/>
                    <a:pt x="243" y="81"/>
                    <a:pt x="247" y="81"/>
                  </a:cubicBezTo>
                  <a:cubicBezTo>
                    <a:pt x="254" y="81"/>
                    <a:pt x="260" y="78"/>
                    <a:pt x="264" y="71"/>
                  </a:cubicBezTo>
                  <a:cubicBezTo>
                    <a:pt x="286" y="33"/>
                    <a:pt x="286" y="33"/>
                    <a:pt x="286" y="33"/>
                  </a:cubicBezTo>
                  <a:cubicBezTo>
                    <a:pt x="291" y="23"/>
                    <a:pt x="288" y="11"/>
                    <a:pt x="278" y="5"/>
                  </a:cubicBezTo>
                  <a:cubicBezTo>
                    <a:pt x="268" y="0"/>
                    <a:pt x="256" y="3"/>
                    <a:pt x="251" y="13"/>
                  </a:cubicBezTo>
                  <a:cubicBezTo>
                    <a:pt x="229" y="52"/>
                    <a:pt x="229" y="52"/>
                    <a:pt x="229" y="52"/>
                  </a:cubicBezTo>
                  <a:cubicBezTo>
                    <a:pt x="224" y="61"/>
                    <a:pt x="227" y="73"/>
                    <a:pt x="237" y="79"/>
                  </a:cubicBezTo>
                  <a:close/>
                  <a:moveTo>
                    <a:pt x="412" y="139"/>
                  </a:moveTo>
                  <a:cubicBezTo>
                    <a:pt x="406" y="129"/>
                    <a:pt x="394" y="126"/>
                    <a:pt x="385" y="131"/>
                  </a:cubicBezTo>
                  <a:cubicBezTo>
                    <a:pt x="346" y="153"/>
                    <a:pt x="346" y="153"/>
                    <a:pt x="346" y="153"/>
                  </a:cubicBezTo>
                  <a:cubicBezTo>
                    <a:pt x="336" y="158"/>
                    <a:pt x="333" y="171"/>
                    <a:pt x="338" y="180"/>
                  </a:cubicBezTo>
                  <a:cubicBezTo>
                    <a:pt x="342" y="187"/>
                    <a:pt x="349" y="190"/>
                    <a:pt x="356" y="190"/>
                  </a:cubicBezTo>
                  <a:cubicBezTo>
                    <a:pt x="359" y="190"/>
                    <a:pt x="363" y="190"/>
                    <a:pt x="366" y="188"/>
                  </a:cubicBezTo>
                  <a:cubicBezTo>
                    <a:pt x="404" y="166"/>
                    <a:pt x="404" y="166"/>
                    <a:pt x="404" y="166"/>
                  </a:cubicBezTo>
                  <a:cubicBezTo>
                    <a:pt x="414" y="161"/>
                    <a:pt x="417" y="149"/>
                    <a:pt x="412" y="139"/>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22" name="Shape 278">
            <a:extLst>
              <a:ext uri="{FF2B5EF4-FFF2-40B4-BE49-F238E27FC236}">
                <a16:creationId xmlns:a16="http://schemas.microsoft.com/office/drawing/2014/main" id="{6FF32889-BB9B-43E6-9D32-952B4409D5B6}"/>
              </a:ext>
            </a:extLst>
          </p:cNvPr>
          <p:cNvSpPr txBox="1"/>
          <p:nvPr userDrawn="1"/>
        </p:nvSpPr>
        <p:spPr>
          <a:xfrm>
            <a:off x="2989592" y="1872980"/>
            <a:ext cx="2952750" cy="11922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600"/>
              <a:buFont typeface="Calibri"/>
              <a:buNone/>
            </a:pPr>
            <a:r>
              <a:rPr lang="en-US" sz="1600" b="1">
                <a:solidFill>
                  <a:srgbClr val="A6A6A6"/>
                </a:solidFill>
                <a:latin typeface="Calibri"/>
                <a:ea typeface="Calibri"/>
                <a:cs typeface="Calibri"/>
                <a:sym typeface="Calibri"/>
              </a:rPr>
              <a:t>Lorem Ipsum</a:t>
            </a:r>
            <a:br>
              <a:rPr lang="en-US" sz="1600" b="1" i="0" u="none">
                <a:solidFill>
                  <a:srgbClr val="A6A6A6"/>
                </a:solidFill>
                <a:latin typeface="Calibri"/>
                <a:ea typeface="Calibri"/>
                <a:cs typeface="Calibri"/>
                <a:sym typeface="Calibri"/>
              </a:rPr>
            </a:br>
            <a:r>
              <a:rPr lang="en-US" sz="1000" b="0" i="0" u="none">
                <a:solidFill>
                  <a:srgbClr val="A6A6A6"/>
                </a:solidFill>
                <a:latin typeface="Calibri"/>
                <a:ea typeface="Calibri"/>
                <a:cs typeface="Calibri"/>
                <a:sym typeface="Calibri"/>
              </a:rPr>
              <a:t>Lorem ipsum dolor sit amet, consectetur adipiscing elit. Curabitur elementum posuere pretium. Quisque nibh dolor, dignissim ac dignissim ut, luctus ac urna. Aliquam aliquet non massa quis tincidunt.</a:t>
            </a:r>
            <a:endParaRPr/>
          </a:p>
        </p:txBody>
      </p:sp>
      <p:sp>
        <p:nvSpPr>
          <p:cNvPr id="23" name="Shape 279">
            <a:extLst>
              <a:ext uri="{FF2B5EF4-FFF2-40B4-BE49-F238E27FC236}">
                <a16:creationId xmlns:a16="http://schemas.microsoft.com/office/drawing/2014/main" id="{2E749B13-94B5-410F-88B6-CC2567E74CFC}"/>
              </a:ext>
            </a:extLst>
          </p:cNvPr>
          <p:cNvSpPr txBox="1"/>
          <p:nvPr userDrawn="1"/>
        </p:nvSpPr>
        <p:spPr>
          <a:xfrm>
            <a:off x="2989592" y="3355705"/>
            <a:ext cx="2952750" cy="11922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600"/>
              <a:buFont typeface="Calibri"/>
              <a:buNone/>
            </a:pPr>
            <a:r>
              <a:rPr lang="en-US" sz="1600" b="1">
                <a:solidFill>
                  <a:srgbClr val="A6A6A6"/>
                </a:solidFill>
                <a:latin typeface="Calibri"/>
                <a:ea typeface="Calibri"/>
                <a:cs typeface="Calibri"/>
                <a:sym typeface="Calibri"/>
              </a:rPr>
              <a:t>Lorem Ipsum</a:t>
            </a:r>
            <a:br>
              <a:rPr lang="en-US" sz="1600" b="1" i="0" u="none">
                <a:solidFill>
                  <a:srgbClr val="A6A6A6"/>
                </a:solidFill>
                <a:latin typeface="Calibri"/>
                <a:ea typeface="Calibri"/>
                <a:cs typeface="Calibri"/>
                <a:sym typeface="Calibri"/>
              </a:rPr>
            </a:br>
            <a:r>
              <a:rPr lang="en-US" sz="1000" b="0" i="0" u="none">
                <a:solidFill>
                  <a:srgbClr val="A6A6A6"/>
                </a:solidFill>
                <a:latin typeface="Calibri"/>
                <a:ea typeface="Calibri"/>
                <a:cs typeface="Calibri"/>
                <a:sym typeface="Calibri"/>
              </a:rPr>
              <a:t>Lorem ipsum dolor sit amet, consectetur adipiscing elit. Curabitur elementum posuere pretium. Quisque nibh dolor, dignissim ac dignissim ut, luctus ac urna. Aliquam aliquet non massa quis tincidunt.</a:t>
            </a:r>
            <a:endParaRPr/>
          </a:p>
        </p:txBody>
      </p:sp>
      <p:sp>
        <p:nvSpPr>
          <p:cNvPr id="24" name="Shape 280">
            <a:extLst>
              <a:ext uri="{FF2B5EF4-FFF2-40B4-BE49-F238E27FC236}">
                <a16:creationId xmlns:a16="http://schemas.microsoft.com/office/drawing/2014/main" id="{1BD6B7AB-E8F3-4CC0-ABA1-56516EF55C75}"/>
              </a:ext>
            </a:extLst>
          </p:cNvPr>
          <p:cNvSpPr txBox="1"/>
          <p:nvPr userDrawn="1"/>
        </p:nvSpPr>
        <p:spPr>
          <a:xfrm>
            <a:off x="2989592" y="4859068"/>
            <a:ext cx="2952750" cy="11906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600"/>
              <a:buFont typeface="Calibri"/>
              <a:buNone/>
            </a:pPr>
            <a:r>
              <a:rPr lang="en-US" sz="1600" b="1">
                <a:solidFill>
                  <a:srgbClr val="A6A6A6"/>
                </a:solidFill>
                <a:latin typeface="Calibri"/>
                <a:ea typeface="Calibri"/>
                <a:cs typeface="Calibri"/>
                <a:sym typeface="Calibri"/>
              </a:rPr>
              <a:t>Lorem Ipsum</a:t>
            </a:r>
            <a:br>
              <a:rPr lang="en-US" sz="1600" b="1" i="0" u="none">
                <a:solidFill>
                  <a:srgbClr val="A6A6A6"/>
                </a:solidFill>
                <a:latin typeface="Calibri"/>
                <a:ea typeface="Calibri"/>
                <a:cs typeface="Calibri"/>
                <a:sym typeface="Calibri"/>
              </a:rPr>
            </a:br>
            <a:r>
              <a:rPr lang="en-US" sz="1000" b="0" i="0" u="none">
                <a:solidFill>
                  <a:srgbClr val="A6A6A6"/>
                </a:solidFill>
                <a:latin typeface="Calibri"/>
                <a:ea typeface="Calibri"/>
                <a:cs typeface="Calibri"/>
                <a:sym typeface="Calibri"/>
              </a:rPr>
              <a:t>Lorem ipsum dolor sit amet, consectetur adipiscing elit. Curabitur elementum posuere pretium. Quisque nibh dolor, dignissim ac dignissim ut, luctus ac urna. Aliquam aliquet non massa quis tincidunt.</a:t>
            </a:r>
            <a:endParaRPr/>
          </a:p>
        </p:txBody>
      </p:sp>
      <p:sp>
        <p:nvSpPr>
          <p:cNvPr id="25" name="Shape 281">
            <a:extLst>
              <a:ext uri="{FF2B5EF4-FFF2-40B4-BE49-F238E27FC236}">
                <a16:creationId xmlns:a16="http://schemas.microsoft.com/office/drawing/2014/main" id="{97526DB2-1A88-4C03-B43D-FF90EAA65F9D}"/>
              </a:ext>
            </a:extLst>
          </p:cNvPr>
          <p:cNvSpPr txBox="1"/>
          <p:nvPr userDrawn="1"/>
        </p:nvSpPr>
        <p:spPr>
          <a:xfrm>
            <a:off x="7069467" y="1872980"/>
            <a:ext cx="2952750" cy="11922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600"/>
              <a:buFont typeface="Calibri"/>
              <a:buNone/>
            </a:pPr>
            <a:r>
              <a:rPr lang="en-US" sz="1600" b="1">
                <a:solidFill>
                  <a:srgbClr val="A6A6A6"/>
                </a:solidFill>
                <a:latin typeface="Calibri"/>
                <a:ea typeface="Calibri"/>
                <a:cs typeface="Calibri"/>
                <a:sym typeface="Calibri"/>
              </a:rPr>
              <a:t>Lorem Ipsum</a:t>
            </a:r>
            <a:br>
              <a:rPr lang="en-US" sz="1600" b="1" i="0" u="none">
                <a:solidFill>
                  <a:srgbClr val="A6A6A6"/>
                </a:solidFill>
                <a:latin typeface="Calibri"/>
                <a:ea typeface="Calibri"/>
                <a:cs typeface="Calibri"/>
                <a:sym typeface="Calibri"/>
              </a:rPr>
            </a:br>
            <a:r>
              <a:rPr lang="en-US" sz="1000" b="0" i="0" u="none">
                <a:solidFill>
                  <a:srgbClr val="A6A6A6"/>
                </a:solidFill>
                <a:latin typeface="Calibri"/>
                <a:ea typeface="Calibri"/>
                <a:cs typeface="Calibri"/>
                <a:sym typeface="Calibri"/>
              </a:rPr>
              <a:t>Lorem ipsum dolor sit amet, consectetur adipiscing elit. Curabitur elementum posuere pretium. Quisque nibh dolor, dignissim ac dignissim ut, luctus ac urna. Aliquam aliquet non massa quis tincidunt.</a:t>
            </a:r>
            <a:endParaRPr/>
          </a:p>
        </p:txBody>
      </p:sp>
      <p:sp>
        <p:nvSpPr>
          <p:cNvPr id="26" name="Shape 282">
            <a:extLst>
              <a:ext uri="{FF2B5EF4-FFF2-40B4-BE49-F238E27FC236}">
                <a16:creationId xmlns:a16="http://schemas.microsoft.com/office/drawing/2014/main" id="{8902CC78-1E24-4C90-AF0F-6E9531CF0242}"/>
              </a:ext>
            </a:extLst>
          </p:cNvPr>
          <p:cNvSpPr txBox="1"/>
          <p:nvPr userDrawn="1"/>
        </p:nvSpPr>
        <p:spPr>
          <a:xfrm>
            <a:off x="7069467" y="3355705"/>
            <a:ext cx="2952750" cy="11922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600"/>
              <a:buFont typeface="Calibri"/>
              <a:buNone/>
            </a:pPr>
            <a:r>
              <a:rPr lang="en-US" sz="1600" b="1">
                <a:solidFill>
                  <a:srgbClr val="A6A6A6"/>
                </a:solidFill>
                <a:latin typeface="Calibri"/>
                <a:ea typeface="Calibri"/>
                <a:cs typeface="Calibri"/>
                <a:sym typeface="Calibri"/>
              </a:rPr>
              <a:t>Lorem Ipsum</a:t>
            </a:r>
            <a:br>
              <a:rPr lang="en-US" sz="1600" b="1" i="0" u="none">
                <a:solidFill>
                  <a:srgbClr val="A6A6A6"/>
                </a:solidFill>
                <a:latin typeface="Calibri"/>
                <a:ea typeface="Calibri"/>
                <a:cs typeface="Calibri"/>
                <a:sym typeface="Calibri"/>
              </a:rPr>
            </a:br>
            <a:r>
              <a:rPr lang="en-US" sz="1000" b="0" i="0" u="none">
                <a:solidFill>
                  <a:srgbClr val="A6A6A6"/>
                </a:solidFill>
                <a:latin typeface="Calibri"/>
                <a:ea typeface="Calibri"/>
                <a:cs typeface="Calibri"/>
                <a:sym typeface="Calibri"/>
              </a:rPr>
              <a:t>Lorem ipsum dolor sit amet, consectetur adipiscing elit. Curabitur elementum posuere pretium. Quisque nibh dolor, dignissim ac dignissim ut, luctus ac urna. Aliquam aliquet non massa quis tincidunt.</a:t>
            </a:r>
            <a:endParaRPr/>
          </a:p>
        </p:txBody>
      </p:sp>
      <p:sp>
        <p:nvSpPr>
          <p:cNvPr id="27" name="Shape 283">
            <a:extLst>
              <a:ext uri="{FF2B5EF4-FFF2-40B4-BE49-F238E27FC236}">
                <a16:creationId xmlns:a16="http://schemas.microsoft.com/office/drawing/2014/main" id="{FC423FB5-2753-4A4B-8E32-68E2241BF1DA}"/>
              </a:ext>
            </a:extLst>
          </p:cNvPr>
          <p:cNvSpPr txBox="1"/>
          <p:nvPr userDrawn="1"/>
        </p:nvSpPr>
        <p:spPr>
          <a:xfrm>
            <a:off x="7069467" y="4859068"/>
            <a:ext cx="2952750" cy="11906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600"/>
              <a:buFont typeface="Calibri"/>
              <a:buNone/>
            </a:pPr>
            <a:r>
              <a:rPr lang="en-US" sz="1600" b="1">
                <a:solidFill>
                  <a:srgbClr val="A6A6A6"/>
                </a:solidFill>
                <a:latin typeface="Calibri"/>
                <a:ea typeface="Calibri"/>
                <a:cs typeface="Calibri"/>
                <a:sym typeface="Calibri"/>
              </a:rPr>
              <a:t>Lorem Ipsum</a:t>
            </a:r>
            <a:br>
              <a:rPr lang="en-US" sz="1600" b="1" i="0" u="none">
                <a:solidFill>
                  <a:srgbClr val="A6A6A6"/>
                </a:solidFill>
                <a:latin typeface="Calibri"/>
                <a:ea typeface="Calibri"/>
                <a:cs typeface="Calibri"/>
                <a:sym typeface="Calibri"/>
              </a:rPr>
            </a:br>
            <a:r>
              <a:rPr lang="en-US" sz="1000" b="0" i="0" u="none">
                <a:solidFill>
                  <a:srgbClr val="A6A6A6"/>
                </a:solidFill>
                <a:latin typeface="Calibri"/>
                <a:ea typeface="Calibri"/>
                <a:cs typeface="Calibri"/>
                <a:sym typeface="Calibri"/>
              </a:rPr>
              <a:t>Lorem ipsum dolor sit amet, consectetur adipiscing elit. Curabitur elementum posuere pretium. Quisque nibh dolor, dignissim ac dignissim ut, luctus ac urna. Aliquam aliquet non massa quis tincidunt.</a:t>
            </a:r>
            <a:endParaRPr/>
          </a:p>
        </p:txBody>
      </p:sp>
    </p:spTree>
    <p:extLst>
      <p:ext uri="{BB962C8B-B14F-4D97-AF65-F5344CB8AC3E}">
        <p14:creationId xmlns:p14="http://schemas.microsoft.com/office/powerpoint/2010/main" val="756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Shape 402">
            <a:extLst>
              <a:ext uri="{FF2B5EF4-FFF2-40B4-BE49-F238E27FC236}">
                <a16:creationId xmlns:a16="http://schemas.microsoft.com/office/drawing/2014/main" id="{2932DB0C-7A10-4311-8592-14AE9149DAA8}"/>
              </a:ext>
            </a:extLst>
          </p:cNvPr>
          <p:cNvSpPr txBox="1">
            <a:spLocks noGrp="1"/>
          </p:cNvSpPr>
          <p:nvPr>
            <p:ph type="body" idx="1"/>
          </p:nvPr>
        </p:nvSpPr>
        <p:spPr>
          <a:xfrm>
            <a:off x="2770098" y="2400808"/>
            <a:ext cx="3024187" cy="10572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000"/>
              <a:buFont typeface="Arial"/>
              <a:buNone/>
            </a:pPr>
            <a:r>
              <a:rPr lang="en-US" sz="1000" b="0" i="0" u="none" dirty="0">
                <a:solidFill>
                  <a:srgbClr val="A6A6A6"/>
                </a:solidFill>
                <a:latin typeface="Calibri"/>
                <a:ea typeface="Calibri"/>
                <a:cs typeface="Calibri"/>
                <a:sym typeface="Calibri"/>
              </a:rPr>
              <a:t>Lorem ipsum dolor sit </a:t>
            </a:r>
            <a:r>
              <a:rPr lang="en-US" sz="1000" b="0" i="0" u="none" dirty="0" err="1">
                <a:solidFill>
                  <a:srgbClr val="A6A6A6"/>
                </a:solidFill>
                <a:latin typeface="Calibri"/>
                <a:ea typeface="Calibri"/>
                <a:cs typeface="Calibri"/>
                <a:sym typeface="Calibri"/>
              </a:rPr>
              <a:t>amet</a:t>
            </a:r>
            <a:r>
              <a:rPr lang="en-US" sz="1000" b="0" i="0" u="none" dirty="0">
                <a:solidFill>
                  <a:srgbClr val="A6A6A6"/>
                </a:solidFill>
                <a:latin typeface="Calibri"/>
                <a:ea typeface="Calibri"/>
                <a:cs typeface="Calibri"/>
                <a:sym typeface="Calibri"/>
              </a:rPr>
              <a:t>, </a:t>
            </a:r>
            <a:r>
              <a:rPr lang="en-US" sz="1000" b="1" i="0" u="none" dirty="0" err="1">
                <a:solidFill>
                  <a:srgbClr val="7F7F7F"/>
                </a:solidFill>
                <a:latin typeface="Calibri"/>
                <a:ea typeface="Calibri"/>
                <a:cs typeface="Calibri"/>
                <a:sym typeface="Calibri"/>
              </a:rPr>
              <a:t>consectetur</a:t>
            </a:r>
            <a:r>
              <a:rPr lang="en-US" sz="1000" b="1" i="0" u="none" dirty="0">
                <a:solidFill>
                  <a:srgbClr val="7F7F7F"/>
                </a:solidFill>
                <a:latin typeface="Calibri"/>
                <a:ea typeface="Calibri"/>
                <a:cs typeface="Calibri"/>
                <a:sym typeface="Calibri"/>
              </a:rPr>
              <a:t> </a:t>
            </a:r>
            <a:r>
              <a:rPr lang="en-US" sz="1000" b="1" i="0" u="none" dirty="0" err="1">
                <a:solidFill>
                  <a:srgbClr val="7F7F7F"/>
                </a:solidFill>
                <a:latin typeface="Calibri"/>
                <a:ea typeface="Calibri"/>
                <a:cs typeface="Calibri"/>
                <a:sym typeface="Calibri"/>
              </a:rPr>
              <a:t>adipiscing</a:t>
            </a:r>
            <a:r>
              <a:rPr lang="en-US" sz="1000" b="1" i="0" u="none" dirty="0">
                <a:solidFill>
                  <a:srgbClr val="7F7F7F"/>
                </a:solidFill>
                <a:latin typeface="Calibri"/>
                <a:ea typeface="Calibri"/>
                <a:cs typeface="Calibri"/>
                <a:sym typeface="Calibri"/>
              </a:rPr>
              <a:t> </a:t>
            </a:r>
            <a:r>
              <a:rPr lang="en-US" sz="1000" b="1" i="0" u="none" dirty="0" err="1">
                <a:solidFill>
                  <a:srgbClr val="7F7F7F"/>
                </a:solidFill>
                <a:latin typeface="Calibri"/>
                <a:ea typeface="Calibri"/>
                <a:cs typeface="Calibri"/>
                <a:sym typeface="Calibri"/>
              </a:rPr>
              <a:t>elit</a:t>
            </a:r>
            <a:r>
              <a:rPr lang="en-US" sz="1000" b="1" i="0" u="none" dirty="0">
                <a:solidFill>
                  <a:srgbClr val="7F7F7F"/>
                </a:solidFill>
                <a:latin typeface="Calibri"/>
                <a:ea typeface="Calibri"/>
                <a:cs typeface="Calibri"/>
                <a:sym typeface="Calibri"/>
              </a:rPr>
              <a:t>. </a:t>
            </a:r>
            <a:endParaRPr sz="1000" b="1" i="0" u="none" dirty="0">
              <a:solidFill>
                <a:srgbClr val="7F7F7F"/>
              </a:solidFill>
              <a:latin typeface="Calibri"/>
              <a:ea typeface="Calibri"/>
              <a:cs typeface="Calibri"/>
              <a:sym typeface="Calibri"/>
            </a:endParaRPr>
          </a:p>
          <a:p>
            <a:pPr marL="0" marR="0" lvl="0" indent="0" algn="l" rtl="0">
              <a:lnSpc>
                <a:spcPct val="100000"/>
              </a:lnSpc>
              <a:spcBef>
                <a:spcPts val="200"/>
              </a:spcBef>
              <a:spcAft>
                <a:spcPts val="0"/>
              </a:spcAft>
              <a:buClr>
                <a:srgbClr val="A6A6A6"/>
              </a:buClr>
              <a:buSzPts val="1000"/>
              <a:buFont typeface="Arial"/>
              <a:buNone/>
            </a:pPr>
            <a:br>
              <a:rPr lang="en-US" sz="1000" b="0" i="0" u="none" dirty="0">
                <a:solidFill>
                  <a:srgbClr val="A6A6A6"/>
                </a:solidFill>
                <a:latin typeface="Calibri"/>
                <a:ea typeface="Calibri"/>
                <a:cs typeface="Calibri"/>
                <a:sym typeface="Calibri"/>
              </a:rPr>
            </a:br>
            <a:r>
              <a:rPr lang="en-US" sz="1000" b="0" i="0" u="none" dirty="0" err="1">
                <a:solidFill>
                  <a:srgbClr val="A6A6A6"/>
                </a:solidFill>
                <a:latin typeface="Calibri"/>
                <a:ea typeface="Calibri"/>
                <a:cs typeface="Calibri"/>
                <a:sym typeface="Calibri"/>
              </a:rPr>
              <a:t>Curabitur</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elementum</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posuere</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pretium</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Quisque</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nibh</a:t>
            </a:r>
            <a:r>
              <a:rPr lang="en-US" sz="1000" b="0" i="0" u="none" dirty="0">
                <a:solidFill>
                  <a:srgbClr val="A6A6A6"/>
                </a:solidFill>
                <a:latin typeface="Calibri"/>
                <a:ea typeface="Calibri"/>
                <a:cs typeface="Calibri"/>
                <a:sym typeface="Calibri"/>
              </a:rPr>
              <a:t> dolor, </a:t>
            </a:r>
            <a:r>
              <a:rPr lang="en-US" sz="1000" b="0" i="0" u="none" dirty="0" err="1">
                <a:solidFill>
                  <a:srgbClr val="A6A6A6"/>
                </a:solidFill>
                <a:latin typeface="Calibri"/>
                <a:ea typeface="Calibri"/>
                <a:cs typeface="Calibri"/>
                <a:sym typeface="Calibri"/>
              </a:rPr>
              <a:t>dignissim</a:t>
            </a:r>
            <a:r>
              <a:rPr lang="en-US" sz="1000" b="0" i="0" u="none" dirty="0">
                <a:solidFill>
                  <a:srgbClr val="A6A6A6"/>
                </a:solidFill>
                <a:latin typeface="Calibri"/>
                <a:ea typeface="Calibri"/>
                <a:cs typeface="Calibri"/>
                <a:sym typeface="Calibri"/>
              </a:rPr>
              <a:t> ac </a:t>
            </a:r>
            <a:r>
              <a:rPr lang="en-US" sz="1000" b="0" i="0" u="none" dirty="0" err="1">
                <a:solidFill>
                  <a:srgbClr val="A6A6A6"/>
                </a:solidFill>
                <a:latin typeface="Calibri"/>
                <a:ea typeface="Calibri"/>
                <a:cs typeface="Calibri"/>
                <a:sym typeface="Calibri"/>
              </a:rPr>
              <a:t>dignissim</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ut</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luctus</a:t>
            </a:r>
            <a:r>
              <a:rPr lang="en-US" sz="1000" b="0" i="0" u="none" dirty="0">
                <a:solidFill>
                  <a:srgbClr val="A6A6A6"/>
                </a:solidFill>
                <a:latin typeface="Calibri"/>
                <a:ea typeface="Calibri"/>
                <a:cs typeface="Calibri"/>
                <a:sym typeface="Calibri"/>
              </a:rPr>
              <a:t> ac </a:t>
            </a:r>
            <a:r>
              <a:rPr lang="en-US" sz="1000" b="0" i="0" u="none" dirty="0" err="1">
                <a:solidFill>
                  <a:srgbClr val="A6A6A6"/>
                </a:solidFill>
                <a:latin typeface="Calibri"/>
                <a:ea typeface="Calibri"/>
                <a:cs typeface="Calibri"/>
                <a:sym typeface="Calibri"/>
              </a:rPr>
              <a:t>urna</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Aliquam</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aliquet</a:t>
            </a:r>
            <a:r>
              <a:rPr lang="en-US" sz="1000" b="0" i="0" u="none" dirty="0">
                <a:solidFill>
                  <a:srgbClr val="A6A6A6"/>
                </a:solidFill>
                <a:latin typeface="Calibri"/>
                <a:ea typeface="Calibri"/>
                <a:cs typeface="Calibri"/>
                <a:sym typeface="Calibri"/>
              </a:rPr>
              <a:t> non </a:t>
            </a:r>
            <a:r>
              <a:rPr lang="en-US" sz="1000" b="0" i="0" u="none" dirty="0" err="1">
                <a:solidFill>
                  <a:srgbClr val="A6A6A6"/>
                </a:solidFill>
                <a:latin typeface="Calibri"/>
                <a:ea typeface="Calibri"/>
                <a:cs typeface="Calibri"/>
                <a:sym typeface="Calibri"/>
              </a:rPr>
              <a:t>massa</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quis</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tincidunt</a:t>
            </a:r>
            <a:r>
              <a:rPr lang="en-US" sz="1000" b="0" i="0" u="none" dirty="0">
                <a:solidFill>
                  <a:srgbClr val="A6A6A6"/>
                </a:solidFill>
                <a:latin typeface="Calibri"/>
                <a:ea typeface="Calibri"/>
                <a:cs typeface="Calibri"/>
                <a:sym typeface="Calibri"/>
              </a:rPr>
              <a:t>.</a:t>
            </a:r>
            <a:endParaRPr dirty="0"/>
          </a:p>
        </p:txBody>
      </p:sp>
      <p:sp>
        <p:nvSpPr>
          <p:cNvPr id="5" name="Shape 405">
            <a:extLst>
              <a:ext uri="{FF2B5EF4-FFF2-40B4-BE49-F238E27FC236}">
                <a16:creationId xmlns:a16="http://schemas.microsoft.com/office/drawing/2014/main" id="{05BB0991-7CFC-4373-91EC-C56BE3832BA0}"/>
              </a:ext>
            </a:extLst>
          </p:cNvPr>
          <p:cNvSpPr txBox="1"/>
          <p:nvPr userDrawn="1"/>
        </p:nvSpPr>
        <p:spPr>
          <a:xfrm>
            <a:off x="2770098" y="4486783"/>
            <a:ext cx="3024187" cy="10572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000"/>
              <a:buFont typeface="Calibri"/>
              <a:buNone/>
            </a:pPr>
            <a:r>
              <a:rPr lang="en-US" sz="1000" b="0" i="0" u="none">
                <a:solidFill>
                  <a:srgbClr val="A6A6A6"/>
                </a:solidFill>
                <a:latin typeface="Calibri"/>
                <a:ea typeface="Calibri"/>
                <a:cs typeface="Calibri"/>
                <a:sym typeface="Calibri"/>
              </a:rPr>
              <a:t>Lorem ipsum dolor sit amet, </a:t>
            </a:r>
            <a:r>
              <a:rPr lang="en-US" sz="1000" b="1" i="0" u="none">
                <a:solidFill>
                  <a:srgbClr val="7F7F7F"/>
                </a:solidFill>
                <a:latin typeface="Calibri"/>
                <a:ea typeface="Calibri"/>
                <a:cs typeface="Calibri"/>
                <a:sym typeface="Calibri"/>
              </a:rPr>
              <a:t>consectetur adipiscing elit. </a:t>
            </a:r>
            <a:endParaRPr/>
          </a:p>
          <a:p>
            <a:pPr marL="0" marR="0" lvl="0" indent="0" algn="l" rtl="0">
              <a:lnSpc>
                <a:spcPct val="100000"/>
              </a:lnSpc>
              <a:spcBef>
                <a:spcPts val="200"/>
              </a:spcBef>
              <a:spcAft>
                <a:spcPts val="0"/>
              </a:spcAft>
              <a:buClr>
                <a:srgbClr val="A6A6A6"/>
              </a:buClr>
              <a:buSzPts val="1000"/>
              <a:buFont typeface="Calibri"/>
              <a:buNone/>
            </a:pPr>
            <a:br>
              <a:rPr lang="en-US" sz="1000" b="0" i="0" u="none">
                <a:solidFill>
                  <a:srgbClr val="A6A6A6"/>
                </a:solidFill>
                <a:latin typeface="Calibri"/>
                <a:ea typeface="Calibri"/>
                <a:cs typeface="Calibri"/>
                <a:sym typeface="Calibri"/>
              </a:rPr>
            </a:br>
            <a:r>
              <a:rPr lang="en-US" sz="1000" b="0" i="0" u="none">
                <a:solidFill>
                  <a:srgbClr val="A6A6A6"/>
                </a:solidFill>
                <a:latin typeface="Calibri"/>
                <a:ea typeface="Calibri"/>
                <a:cs typeface="Calibri"/>
                <a:sym typeface="Calibri"/>
              </a:rPr>
              <a:t>Curabitur elementum posuere pretium. Quisque nibh dolor, dignissim ac dignissim ut, luctus ac urna. Aliquam aliquet non massa quis tincidunt.</a:t>
            </a:r>
            <a:endParaRPr/>
          </a:p>
        </p:txBody>
      </p:sp>
      <p:sp>
        <p:nvSpPr>
          <p:cNvPr id="6" name="Shape 406">
            <a:extLst>
              <a:ext uri="{FF2B5EF4-FFF2-40B4-BE49-F238E27FC236}">
                <a16:creationId xmlns:a16="http://schemas.microsoft.com/office/drawing/2014/main" id="{3696904A-1EF5-4A9E-B931-1CD18ECC9404}"/>
              </a:ext>
            </a:extLst>
          </p:cNvPr>
          <p:cNvSpPr txBox="1"/>
          <p:nvPr userDrawn="1"/>
        </p:nvSpPr>
        <p:spPr>
          <a:xfrm>
            <a:off x="2757398" y="3932746"/>
            <a:ext cx="2884487" cy="711200"/>
          </a:xfrm>
          <a:prstGeom prst="rect">
            <a:avLst/>
          </a:prstGeom>
          <a:noFill/>
          <a:ln>
            <a:noFill/>
          </a:ln>
        </p:spPr>
        <p:txBody>
          <a:bodyPr spcFirstLastPara="1" wrap="square" lIns="91425" tIns="45700" rIns="91425" bIns="45700" anchor="ctr" anchorCtr="0">
            <a:noAutofit/>
          </a:bodyPr>
          <a:lstStyle/>
          <a:p>
            <a:pPr marL="0" lvl="0" indent="0" rtl="0">
              <a:spcBef>
                <a:spcPts val="0"/>
              </a:spcBef>
              <a:spcAft>
                <a:spcPts val="0"/>
              </a:spcAft>
              <a:buClr>
                <a:srgbClr val="959595"/>
              </a:buClr>
              <a:buSzPts val="2800"/>
              <a:buFont typeface="Source Sans Pro Light"/>
              <a:buNone/>
            </a:pPr>
            <a:r>
              <a:rPr lang="en-US" sz="2800">
                <a:solidFill>
                  <a:srgbClr val="959595"/>
                </a:solidFill>
                <a:latin typeface="Source Sans Pro Light"/>
                <a:ea typeface="Source Sans Pro Light"/>
                <a:cs typeface="Source Sans Pro Light"/>
                <a:sym typeface="Source Sans Pro Light"/>
              </a:rPr>
              <a:t>Lorem Ipsum</a:t>
            </a:r>
            <a:endParaRPr sz="2800">
              <a:solidFill>
                <a:srgbClr val="959595"/>
              </a:solidFill>
              <a:latin typeface="Source Sans Pro Light"/>
              <a:ea typeface="Source Sans Pro Light"/>
              <a:cs typeface="Source Sans Pro Light"/>
              <a:sym typeface="Source Sans Pro Light"/>
            </a:endParaRPr>
          </a:p>
        </p:txBody>
      </p:sp>
      <p:sp>
        <p:nvSpPr>
          <p:cNvPr id="7" name="Shape 407">
            <a:extLst>
              <a:ext uri="{FF2B5EF4-FFF2-40B4-BE49-F238E27FC236}">
                <a16:creationId xmlns:a16="http://schemas.microsoft.com/office/drawing/2014/main" id="{CA339613-A60F-4198-B687-0A045DC66ECD}"/>
              </a:ext>
            </a:extLst>
          </p:cNvPr>
          <p:cNvSpPr txBox="1"/>
          <p:nvPr userDrawn="1"/>
        </p:nvSpPr>
        <p:spPr>
          <a:xfrm>
            <a:off x="6945223" y="2400808"/>
            <a:ext cx="3024187" cy="10572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000"/>
              <a:buFont typeface="Calibri"/>
              <a:buNone/>
            </a:pPr>
            <a:r>
              <a:rPr lang="en-US" sz="1000" b="0" i="0" u="none" dirty="0">
                <a:solidFill>
                  <a:srgbClr val="A6A6A6"/>
                </a:solidFill>
                <a:latin typeface="Calibri"/>
                <a:ea typeface="Calibri"/>
                <a:cs typeface="Calibri"/>
                <a:sym typeface="Calibri"/>
              </a:rPr>
              <a:t>Lorem ipsum dolor sit </a:t>
            </a:r>
            <a:r>
              <a:rPr lang="en-US" sz="1000" b="0" i="0" u="none" dirty="0" err="1">
                <a:solidFill>
                  <a:srgbClr val="A6A6A6"/>
                </a:solidFill>
                <a:latin typeface="Calibri"/>
                <a:ea typeface="Calibri"/>
                <a:cs typeface="Calibri"/>
                <a:sym typeface="Calibri"/>
              </a:rPr>
              <a:t>amet</a:t>
            </a:r>
            <a:r>
              <a:rPr lang="en-US" sz="1000" b="0" i="0" u="none" dirty="0">
                <a:solidFill>
                  <a:srgbClr val="A6A6A6"/>
                </a:solidFill>
                <a:latin typeface="Calibri"/>
                <a:ea typeface="Calibri"/>
                <a:cs typeface="Calibri"/>
                <a:sym typeface="Calibri"/>
              </a:rPr>
              <a:t>, </a:t>
            </a:r>
            <a:r>
              <a:rPr lang="en-US" sz="1000" b="1" i="0" u="none" dirty="0" err="1">
                <a:solidFill>
                  <a:srgbClr val="7F7F7F"/>
                </a:solidFill>
                <a:latin typeface="Calibri"/>
                <a:ea typeface="Calibri"/>
                <a:cs typeface="Calibri"/>
                <a:sym typeface="Calibri"/>
              </a:rPr>
              <a:t>consectetur</a:t>
            </a:r>
            <a:r>
              <a:rPr lang="en-US" sz="1000" b="1" i="0" u="none" dirty="0">
                <a:solidFill>
                  <a:srgbClr val="7F7F7F"/>
                </a:solidFill>
                <a:latin typeface="Calibri"/>
                <a:ea typeface="Calibri"/>
                <a:cs typeface="Calibri"/>
                <a:sym typeface="Calibri"/>
              </a:rPr>
              <a:t> </a:t>
            </a:r>
            <a:r>
              <a:rPr lang="en-US" sz="1000" b="1" i="0" u="none" dirty="0" err="1">
                <a:solidFill>
                  <a:srgbClr val="7F7F7F"/>
                </a:solidFill>
                <a:latin typeface="Calibri"/>
                <a:ea typeface="Calibri"/>
                <a:cs typeface="Calibri"/>
                <a:sym typeface="Calibri"/>
              </a:rPr>
              <a:t>adipiscing</a:t>
            </a:r>
            <a:r>
              <a:rPr lang="en-US" sz="1000" b="1" i="0" u="none" dirty="0">
                <a:solidFill>
                  <a:srgbClr val="7F7F7F"/>
                </a:solidFill>
                <a:latin typeface="Calibri"/>
                <a:ea typeface="Calibri"/>
                <a:cs typeface="Calibri"/>
                <a:sym typeface="Calibri"/>
              </a:rPr>
              <a:t> </a:t>
            </a:r>
            <a:r>
              <a:rPr lang="en-US" sz="1000" b="1" i="0" u="none" dirty="0" err="1">
                <a:solidFill>
                  <a:srgbClr val="7F7F7F"/>
                </a:solidFill>
                <a:latin typeface="Calibri"/>
                <a:ea typeface="Calibri"/>
                <a:cs typeface="Calibri"/>
                <a:sym typeface="Calibri"/>
              </a:rPr>
              <a:t>elit</a:t>
            </a:r>
            <a:r>
              <a:rPr lang="en-US" sz="1000" b="1" i="0" u="none" dirty="0">
                <a:solidFill>
                  <a:srgbClr val="7F7F7F"/>
                </a:solidFill>
                <a:latin typeface="Calibri"/>
                <a:ea typeface="Calibri"/>
                <a:cs typeface="Calibri"/>
                <a:sym typeface="Calibri"/>
              </a:rPr>
              <a:t>. </a:t>
            </a:r>
            <a:endParaRPr dirty="0"/>
          </a:p>
          <a:p>
            <a:pPr marL="0" marR="0" lvl="0" indent="0" algn="l" rtl="0">
              <a:lnSpc>
                <a:spcPct val="100000"/>
              </a:lnSpc>
              <a:spcBef>
                <a:spcPts val="200"/>
              </a:spcBef>
              <a:spcAft>
                <a:spcPts val="0"/>
              </a:spcAft>
              <a:buClr>
                <a:srgbClr val="A6A6A6"/>
              </a:buClr>
              <a:buSzPts val="1000"/>
              <a:buFont typeface="Calibri"/>
              <a:buNone/>
            </a:pPr>
            <a:br>
              <a:rPr lang="en-US" sz="1000" b="0" i="0" u="none" dirty="0">
                <a:solidFill>
                  <a:srgbClr val="A6A6A6"/>
                </a:solidFill>
                <a:latin typeface="Calibri"/>
                <a:ea typeface="Calibri"/>
                <a:cs typeface="Calibri"/>
                <a:sym typeface="Calibri"/>
              </a:rPr>
            </a:br>
            <a:r>
              <a:rPr lang="en-US" sz="1000" b="0" i="0" u="none" dirty="0" err="1">
                <a:solidFill>
                  <a:srgbClr val="A6A6A6"/>
                </a:solidFill>
                <a:latin typeface="Calibri"/>
                <a:ea typeface="Calibri"/>
                <a:cs typeface="Calibri"/>
                <a:sym typeface="Calibri"/>
              </a:rPr>
              <a:t>Curabitur</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elementum</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posuere</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pretium</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Quisque</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nibh</a:t>
            </a:r>
            <a:r>
              <a:rPr lang="en-US" sz="1000" b="0" i="0" u="none" dirty="0">
                <a:solidFill>
                  <a:srgbClr val="A6A6A6"/>
                </a:solidFill>
                <a:latin typeface="Calibri"/>
                <a:ea typeface="Calibri"/>
                <a:cs typeface="Calibri"/>
                <a:sym typeface="Calibri"/>
              </a:rPr>
              <a:t> dolor, </a:t>
            </a:r>
            <a:r>
              <a:rPr lang="en-US" sz="1000" b="0" i="0" u="none" dirty="0" err="1">
                <a:solidFill>
                  <a:srgbClr val="A6A6A6"/>
                </a:solidFill>
                <a:latin typeface="Calibri"/>
                <a:ea typeface="Calibri"/>
                <a:cs typeface="Calibri"/>
                <a:sym typeface="Calibri"/>
              </a:rPr>
              <a:t>dignissim</a:t>
            </a:r>
            <a:r>
              <a:rPr lang="en-US" sz="1000" b="0" i="0" u="none" dirty="0">
                <a:solidFill>
                  <a:srgbClr val="A6A6A6"/>
                </a:solidFill>
                <a:latin typeface="Calibri"/>
                <a:ea typeface="Calibri"/>
                <a:cs typeface="Calibri"/>
                <a:sym typeface="Calibri"/>
              </a:rPr>
              <a:t> ac </a:t>
            </a:r>
            <a:r>
              <a:rPr lang="en-US" sz="1000" b="0" i="0" u="none" dirty="0" err="1">
                <a:solidFill>
                  <a:srgbClr val="A6A6A6"/>
                </a:solidFill>
                <a:latin typeface="Calibri"/>
                <a:ea typeface="Calibri"/>
                <a:cs typeface="Calibri"/>
                <a:sym typeface="Calibri"/>
              </a:rPr>
              <a:t>dignissim</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ut</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luctus</a:t>
            </a:r>
            <a:r>
              <a:rPr lang="en-US" sz="1000" b="0" i="0" u="none" dirty="0">
                <a:solidFill>
                  <a:srgbClr val="A6A6A6"/>
                </a:solidFill>
                <a:latin typeface="Calibri"/>
                <a:ea typeface="Calibri"/>
                <a:cs typeface="Calibri"/>
                <a:sym typeface="Calibri"/>
              </a:rPr>
              <a:t> ac </a:t>
            </a:r>
            <a:r>
              <a:rPr lang="en-US" sz="1000" b="0" i="0" u="none" dirty="0" err="1">
                <a:solidFill>
                  <a:srgbClr val="A6A6A6"/>
                </a:solidFill>
                <a:latin typeface="Calibri"/>
                <a:ea typeface="Calibri"/>
                <a:cs typeface="Calibri"/>
                <a:sym typeface="Calibri"/>
              </a:rPr>
              <a:t>urna</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Aliquam</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aliquet</a:t>
            </a:r>
            <a:r>
              <a:rPr lang="en-US" sz="1000" b="0" i="0" u="none" dirty="0">
                <a:solidFill>
                  <a:srgbClr val="A6A6A6"/>
                </a:solidFill>
                <a:latin typeface="Calibri"/>
                <a:ea typeface="Calibri"/>
                <a:cs typeface="Calibri"/>
                <a:sym typeface="Calibri"/>
              </a:rPr>
              <a:t> non </a:t>
            </a:r>
            <a:r>
              <a:rPr lang="en-US" sz="1000" b="0" i="0" u="none" dirty="0" err="1">
                <a:solidFill>
                  <a:srgbClr val="A6A6A6"/>
                </a:solidFill>
                <a:latin typeface="Calibri"/>
                <a:ea typeface="Calibri"/>
                <a:cs typeface="Calibri"/>
                <a:sym typeface="Calibri"/>
              </a:rPr>
              <a:t>massa</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quis</a:t>
            </a:r>
            <a:r>
              <a:rPr lang="en-US" sz="1000" b="0" i="0" u="none" dirty="0">
                <a:solidFill>
                  <a:srgbClr val="A6A6A6"/>
                </a:solidFill>
                <a:latin typeface="Calibri"/>
                <a:ea typeface="Calibri"/>
                <a:cs typeface="Calibri"/>
                <a:sym typeface="Calibri"/>
              </a:rPr>
              <a:t> </a:t>
            </a:r>
            <a:r>
              <a:rPr lang="en-US" sz="1000" b="0" i="0" u="none" dirty="0" err="1">
                <a:solidFill>
                  <a:srgbClr val="A6A6A6"/>
                </a:solidFill>
                <a:latin typeface="Calibri"/>
                <a:ea typeface="Calibri"/>
                <a:cs typeface="Calibri"/>
                <a:sym typeface="Calibri"/>
              </a:rPr>
              <a:t>tincidunt</a:t>
            </a:r>
            <a:r>
              <a:rPr lang="en-US" sz="1000" b="0" i="0" u="none" dirty="0">
                <a:solidFill>
                  <a:srgbClr val="A6A6A6"/>
                </a:solidFill>
                <a:latin typeface="Calibri"/>
                <a:ea typeface="Calibri"/>
                <a:cs typeface="Calibri"/>
                <a:sym typeface="Calibri"/>
              </a:rPr>
              <a:t>.</a:t>
            </a:r>
            <a:endParaRPr dirty="0"/>
          </a:p>
        </p:txBody>
      </p:sp>
      <p:sp>
        <p:nvSpPr>
          <p:cNvPr id="8" name="Shape 409">
            <a:extLst>
              <a:ext uri="{FF2B5EF4-FFF2-40B4-BE49-F238E27FC236}">
                <a16:creationId xmlns:a16="http://schemas.microsoft.com/office/drawing/2014/main" id="{FA91160F-C0B8-43BD-B3BA-114B1AD5C6D6}"/>
              </a:ext>
            </a:extLst>
          </p:cNvPr>
          <p:cNvSpPr txBox="1"/>
          <p:nvPr userDrawn="1"/>
        </p:nvSpPr>
        <p:spPr>
          <a:xfrm>
            <a:off x="6945223" y="4486783"/>
            <a:ext cx="3024187" cy="10572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000"/>
              <a:buFont typeface="Calibri"/>
              <a:buNone/>
            </a:pPr>
            <a:r>
              <a:rPr lang="en-US" sz="1000" b="0" i="0" u="none">
                <a:solidFill>
                  <a:srgbClr val="A6A6A6"/>
                </a:solidFill>
                <a:latin typeface="Calibri"/>
                <a:ea typeface="Calibri"/>
                <a:cs typeface="Calibri"/>
                <a:sym typeface="Calibri"/>
              </a:rPr>
              <a:t>Lorem ipsum dolor sit amet, </a:t>
            </a:r>
            <a:r>
              <a:rPr lang="en-US" sz="1000" b="1" i="0" u="none">
                <a:solidFill>
                  <a:srgbClr val="7F7F7F"/>
                </a:solidFill>
                <a:latin typeface="Calibri"/>
                <a:ea typeface="Calibri"/>
                <a:cs typeface="Calibri"/>
                <a:sym typeface="Calibri"/>
              </a:rPr>
              <a:t>consectetur adipiscing elit. </a:t>
            </a:r>
            <a:endParaRPr/>
          </a:p>
          <a:p>
            <a:pPr marL="0" marR="0" lvl="0" indent="0" algn="l" rtl="0">
              <a:lnSpc>
                <a:spcPct val="100000"/>
              </a:lnSpc>
              <a:spcBef>
                <a:spcPts val="200"/>
              </a:spcBef>
              <a:spcAft>
                <a:spcPts val="0"/>
              </a:spcAft>
              <a:buClr>
                <a:srgbClr val="A6A6A6"/>
              </a:buClr>
              <a:buSzPts val="1000"/>
              <a:buFont typeface="Calibri"/>
              <a:buNone/>
            </a:pPr>
            <a:br>
              <a:rPr lang="en-US" sz="1000" b="0" i="0" u="none">
                <a:solidFill>
                  <a:srgbClr val="A6A6A6"/>
                </a:solidFill>
                <a:latin typeface="Calibri"/>
                <a:ea typeface="Calibri"/>
                <a:cs typeface="Calibri"/>
                <a:sym typeface="Calibri"/>
              </a:rPr>
            </a:br>
            <a:r>
              <a:rPr lang="en-US" sz="1000" b="0" i="0" u="none">
                <a:solidFill>
                  <a:srgbClr val="A6A6A6"/>
                </a:solidFill>
                <a:latin typeface="Calibri"/>
                <a:ea typeface="Calibri"/>
                <a:cs typeface="Calibri"/>
                <a:sym typeface="Calibri"/>
              </a:rPr>
              <a:t>Curabitur elementum posuere pretium. Quisque nibh dolor, dignissim ac dignissim ut, luctus ac urna. Aliquam aliquet non massa quis tincidunt.</a:t>
            </a:r>
            <a:endParaRPr/>
          </a:p>
        </p:txBody>
      </p:sp>
      <p:sp>
        <p:nvSpPr>
          <p:cNvPr id="9" name="Shape 410">
            <a:extLst>
              <a:ext uri="{FF2B5EF4-FFF2-40B4-BE49-F238E27FC236}">
                <a16:creationId xmlns:a16="http://schemas.microsoft.com/office/drawing/2014/main" id="{860FE28B-52EF-484B-9771-A47D127E4BAC}"/>
              </a:ext>
            </a:extLst>
          </p:cNvPr>
          <p:cNvSpPr txBox="1"/>
          <p:nvPr userDrawn="1"/>
        </p:nvSpPr>
        <p:spPr>
          <a:xfrm>
            <a:off x="6932523" y="3932746"/>
            <a:ext cx="2884487" cy="711200"/>
          </a:xfrm>
          <a:prstGeom prst="rect">
            <a:avLst/>
          </a:prstGeom>
          <a:noFill/>
          <a:ln>
            <a:noFill/>
          </a:ln>
        </p:spPr>
        <p:txBody>
          <a:bodyPr spcFirstLastPara="1" wrap="square" lIns="91425" tIns="45700" rIns="91425" bIns="45700" anchor="ctr" anchorCtr="0">
            <a:noAutofit/>
          </a:bodyPr>
          <a:lstStyle/>
          <a:p>
            <a:pPr marL="0" lvl="0" indent="0" rtl="0">
              <a:spcBef>
                <a:spcPts val="0"/>
              </a:spcBef>
              <a:spcAft>
                <a:spcPts val="0"/>
              </a:spcAft>
              <a:buClr>
                <a:srgbClr val="959595"/>
              </a:buClr>
              <a:buSzPts val="2800"/>
              <a:buFont typeface="Source Sans Pro Light"/>
              <a:buNone/>
            </a:pPr>
            <a:r>
              <a:rPr lang="en-US" sz="2800">
                <a:solidFill>
                  <a:srgbClr val="959595"/>
                </a:solidFill>
                <a:latin typeface="Source Sans Pro Light"/>
                <a:ea typeface="Source Sans Pro Light"/>
                <a:cs typeface="Source Sans Pro Light"/>
                <a:sym typeface="Source Sans Pro Light"/>
              </a:rPr>
              <a:t>Lorem Ipsum</a:t>
            </a:r>
            <a:endParaRPr sz="2800">
              <a:solidFill>
                <a:srgbClr val="959595"/>
              </a:solidFill>
              <a:latin typeface="Source Sans Pro Light"/>
              <a:ea typeface="Source Sans Pro Light"/>
              <a:cs typeface="Source Sans Pro Light"/>
              <a:sym typeface="Source Sans Pro Light"/>
            </a:endParaRPr>
          </a:p>
        </p:txBody>
      </p:sp>
      <p:grpSp>
        <p:nvGrpSpPr>
          <p:cNvPr id="10" name="Group 9">
            <a:extLst>
              <a:ext uri="{FF2B5EF4-FFF2-40B4-BE49-F238E27FC236}">
                <a16:creationId xmlns:a16="http://schemas.microsoft.com/office/drawing/2014/main" id="{24A15879-D40E-4BF5-9F72-83EC86EB8F1C}"/>
              </a:ext>
            </a:extLst>
          </p:cNvPr>
          <p:cNvGrpSpPr/>
          <p:nvPr userDrawn="1"/>
        </p:nvGrpSpPr>
        <p:grpSpPr>
          <a:xfrm>
            <a:off x="2065248" y="2096008"/>
            <a:ext cx="633412" cy="633412"/>
            <a:chOff x="555625" y="2268537"/>
            <a:chExt cx="633412" cy="633412"/>
          </a:xfrm>
        </p:grpSpPr>
        <p:sp>
          <p:nvSpPr>
            <p:cNvPr id="11" name="Shape 404">
              <a:extLst>
                <a:ext uri="{FF2B5EF4-FFF2-40B4-BE49-F238E27FC236}">
                  <a16:creationId xmlns:a16="http://schemas.microsoft.com/office/drawing/2014/main" id="{11B2C3B1-110D-41F1-85BC-A27A399D2B45}"/>
                </a:ext>
              </a:extLst>
            </p:cNvPr>
            <p:cNvSpPr/>
            <p:nvPr/>
          </p:nvSpPr>
          <p:spPr>
            <a:xfrm>
              <a:off x="555625" y="2268537"/>
              <a:ext cx="633412" cy="633412"/>
            </a:xfrm>
            <a:prstGeom prst="ellipse">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2" name="Shape 411">
              <a:extLst>
                <a:ext uri="{FF2B5EF4-FFF2-40B4-BE49-F238E27FC236}">
                  <a16:creationId xmlns:a16="http://schemas.microsoft.com/office/drawing/2014/main" id="{C248A289-B343-48B3-B196-2AE10049B710}"/>
                </a:ext>
              </a:extLst>
            </p:cNvPr>
            <p:cNvSpPr/>
            <p:nvPr/>
          </p:nvSpPr>
          <p:spPr>
            <a:xfrm>
              <a:off x="736600" y="2446337"/>
              <a:ext cx="252412" cy="261937"/>
            </a:xfrm>
            <a:custGeom>
              <a:avLst/>
              <a:gdLst/>
              <a:ahLst/>
              <a:cxnLst/>
              <a:rect l="0" t="0" r="0" b="0"/>
              <a:pathLst>
                <a:path w="274" h="284" extrusionOk="0">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3" name="Shape 412">
            <a:extLst>
              <a:ext uri="{FF2B5EF4-FFF2-40B4-BE49-F238E27FC236}">
                <a16:creationId xmlns:a16="http://schemas.microsoft.com/office/drawing/2014/main" id="{82F09C8C-E2D3-448B-8E6E-B9235BAC98B9}"/>
              </a:ext>
            </a:extLst>
          </p:cNvPr>
          <p:cNvGrpSpPr/>
          <p:nvPr userDrawn="1"/>
        </p:nvGrpSpPr>
        <p:grpSpPr>
          <a:xfrm>
            <a:off x="6240373" y="2096008"/>
            <a:ext cx="633412" cy="633412"/>
            <a:chOff x="0" y="0"/>
            <a:chExt cx="2147483646" cy="2147483646"/>
          </a:xfrm>
        </p:grpSpPr>
        <p:sp>
          <p:nvSpPr>
            <p:cNvPr id="14" name="Shape 413">
              <a:extLst>
                <a:ext uri="{FF2B5EF4-FFF2-40B4-BE49-F238E27FC236}">
                  <a16:creationId xmlns:a16="http://schemas.microsoft.com/office/drawing/2014/main" id="{070A6CD7-E6F9-43E2-BA57-20C77B7A8063}"/>
                </a:ext>
              </a:extLst>
            </p:cNvPr>
            <p:cNvSpPr/>
            <p:nvPr/>
          </p:nvSpPr>
          <p:spPr>
            <a:xfrm>
              <a:off x="0" y="0"/>
              <a:ext cx="2147483646" cy="2147483646"/>
            </a:xfrm>
            <a:prstGeom prst="ellipse">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5" name="Shape 414">
              <a:extLst>
                <a:ext uri="{FF2B5EF4-FFF2-40B4-BE49-F238E27FC236}">
                  <a16:creationId xmlns:a16="http://schemas.microsoft.com/office/drawing/2014/main" id="{958390FE-0A68-4B0F-8FAB-6A49626951AB}"/>
                </a:ext>
              </a:extLst>
            </p:cNvPr>
            <p:cNvSpPr/>
            <p:nvPr/>
          </p:nvSpPr>
          <p:spPr>
            <a:xfrm>
              <a:off x="645121641" y="594798401"/>
              <a:ext cx="857352299" cy="889154232"/>
            </a:xfrm>
            <a:custGeom>
              <a:avLst/>
              <a:gdLst/>
              <a:ahLst/>
              <a:cxnLst/>
              <a:rect l="0" t="0" r="0" b="0"/>
              <a:pathLst>
                <a:path w="274" h="284" extrusionOk="0">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6" name="Shape 415">
            <a:extLst>
              <a:ext uri="{FF2B5EF4-FFF2-40B4-BE49-F238E27FC236}">
                <a16:creationId xmlns:a16="http://schemas.microsoft.com/office/drawing/2014/main" id="{42A80261-D762-4E36-8F89-C73EC5368947}"/>
              </a:ext>
            </a:extLst>
          </p:cNvPr>
          <p:cNvGrpSpPr/>
          <p:nvPr userDrawn="1"/>
        </p:nvGrpSpPr>
        <p:grpSpPr>
          <a:xfrm>
            <a:off x="6240373" y="4180396"/>
            <a:ext cx="633412" cy="635000"/>
            <a:chOff x="0" y="0"/>
            <a:chExt cx="2147483647" cy="2147483647"/>
          </a:xfrm>
        </p:grpSpPr>
        <p:sp>
          <p:nvSpPr>
            <p:cNvPr id="17" name="Shape 416">
              <a:extLst>
                <a:ext uri="{FF2B5EF4-FFF2-40B4-BE49-F238E27FC236}">
                  <a16:creationId xmlns:a16="http://schemas.microsoft.com/office/drawing/2014/main" id="{31F9B93E-95E9-4DE8-B628-512D2AD7E0FA}"/>
                </a:ext>
              </a:extLst>
            </p:cNvPr>
            <p:cNvSpPr/>
            <p:nvPr/>
          </p:nvSpPr>
          <p:spPr>
            <a:xfrm>
              <a:off x="0" y="0"/>
              <a:ext cx="2147483647" cy="2147483647"/>
            </a:xfrm>
            <a:prstGeom prst="ellipse">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 name="Shape 417">
              <a:extLst>
                <a:ext uri="{FF2B5EF4-FFF2-40B4-BE49-F238E27FC236}">
                  <a16:creationId xmlns:a16="http://schemas.microsoft.com/office/drawing/2014/main" id="{0D0EF512-F3E3-4133-B2E7-D91F140B3302}"/>
                </a:ext>
              </a:extLst>
            </p:cNvPr>
            <p:cNvSpPr/>
            <p:nvPr/>
          </p:nvSpPr>
          <p:spPr>
            <a:xfrm>
              <a:off x="645065660" y="594773833"/>
              <a:ext cx="857350530" cy="889152397"/>
            </a:xfrm>
            <a:custGeom>
              <a:avLst/>
              <a:gdLst/>
              <a:ahLst/>
              <a:cxnLst/>
              <a:rect l="0" t="0" r="0" b="0"/>
              <a:pathLst>
                <a:path w="274" h="284" extrusionOk="0">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9" name="Shape 418">
            <a:extLst>
              <a:ext uri="{FF2B5EF4-FFF2-40B4-BE49-F238E27FC236}">
                <a16:creationId xmlns:a16="http://schemas.microsoft.com/office/drawing/2014/main" id="{7AFBCE9C-25EF-42B8-9581-673FA79C9F66}"/>
              </a:ext>
            </a:extLst>
          </p:cNvPr>
          <p:cNvGrpSpPr/>
          <p:nvPr userDrawn="1"/>
        </p:nvGrpSpPr>
        <p:grpSpPr>
          <a:xfrm>
            <a:off x="2065248" y="4180396"/>
            <a:ext cx="633412" cy="635000"/>
            <a:chOff x="0" y="0"/>
            <a:chExt cx="2147483646" cy="2147483646"/>
          </a:xfrm>
        </p:grpSpPr>
        <p:sp>
          <p:nvSpPr>
            <p:cNvPr id="20" name="Shape 419">
              <a:extLst>
                <a:ext uri="{FF2B5EF4-FFF2-40B4-BE49-F238E27FC236}">
                  <a16:creationId xmlns:a16="http://schemas.microsoft.com/office/drawing/2014/main" id="{DE07ED46-DCA5-4767-B05B-933D5B740462}"/>
                </a:ext>
              </a:extLst>
            </p:cNvPr>
            <p:cNvSpPr/>
            <p:nvPr/>
          </p:nvSpPr>
          <p:spPr>
            <a:xfrm>
              <a:off x="0" y="0"/>
              <a:ext cx="2147483646" cy="2147483646"/>
            </a:xfrm>
            <a:prstGeom prst="ellipse">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 name="Shape 420">
              <a:extLst>
                <a:ext uri="{FF2B5EF4-FFF2-40B4-BE49-F238E27FC236}">
                  <a16:creationId xmlns:a16="http://schemas.microsoft.com/office/drawing/2014/main" id="{C55A9C89-53A2-4251-802F-9B86311607B8}"/>
                </a:ext>
              </a:extLst>
            </p:cNvPr>
            <p:cNvSpPr/>
            <p:nvPr/>
          </p:nvSpPr>
          <p:spPr>
            <a:xfrm>
              <a:off x="588906131" y="594797831"/>
              <a:ext cx="857352299" cy="889154232"/>
            </a:xfrm>
            <a:custGeom>
              <a:avLst/>
              <a:gdLst/>
              <a:ahLst/>
              <a:cxnLst/>
              <a:rect l="0" t="0" r="0" b="0"/>
              <a:pathLst>
                <a:path w="274" h="284" extrusionOk="0">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22" name="Shape 403">
            <a:extLst>
              <a:ext uri="{FF2B5EF4-FFF2-40B4-BE49-F238E27FC236}">
                <a16:creationId xmlns:a16="http://schemas.microsoft.com/office/drawing/2014/main" id="{9D92FAFB-8CF1-4F61-87DC-57625BD5C8CC}"/>
              </a:ext>
            </a:extLst>
          </p:cNvPr>
          <p:cNvSpPr txBox="1"/>
          <p:nvPr userDrawn="1"/>
        </p:nvSpPr>
        <p:spPr>
          <a:xfrm>
            <a:off x="2757398" y="1848358"/>
            <a:ext cx="2884487" cy="7096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959595"/>
              </a:buClr>
              <a:buSzPts val="2800"/>
              <a:buFont typeface="Source Sans Pro Light"/>
              <a:buNone/>
            </a:pPr>
            <a:r>
              <a:rPr lang="en-US" sz="2800" b="0" i="0" u="none" strike="noStrike" cap="none" dirty="0">
                <a:solidFill>
                  <a:srgbClr val="959595"/>
                </a:solidFill>
                <a:latin typeface="Source Sans Pro Light"/>
                <a:ea typeface="Source Sans Pro Light"/>
                <a:cs typeface="Source Sans Pro Light"/>
                <a:sym typeface="Source Sans Pro Light"/>
              </a:rPr>
              <a:t>Lorem</a:t>
            </a:r>
            <a:r>
              <a:rPr lang="en-US" sz="2800" dirty="0">
                <a:solidFill>
                  <a:srgbClr val="959595"/>
                </a:solidFill>
                <a:latin typeface="Source Sans Pro Light"/>
                <a:ea typeface="Source Sans Pro Light"/>
                <a:cs typeface="Source Sans Pro Light"/>
                <a:sym typeface="Source Sans Pro Light"/>
              </a:rPr>
              <a:t> Ipsum</a:t>
            </a:r>
            <a:endParaRPr dirty="0"/>
          </a:p>
        </p:txBody>
      </p:sp>
      <p:sp>
        <p:nvSpPr>
          <p:cNvPr id="23" name="Shape 408">
            <a:extLst>
              <a:ext uri="{FF2B5EF4-FFF2-40B4-BE49-F238E27FC236}">
                <a16:creationId xmlns:a16="http://schemas.microsoft.com/office/drawing/2014/main" id="{3B6FAAB9-4781-41EA-92F0-E08D65726E0D}"/>
              </a:ext>
            </a:extLst>
          </p:cNvPr>
          <p:cNvSpPr txBox="1"/>
          <p:nvPr userDrawn="1"/>
        </p:nvSpPr>
        <p:spPr>
          <a:xfrm>
            <a:off x="6932523" y="1848358"/>
            <a:ext cx="2884487" cy="709612"/>
          </a:xfrm>
          <a:prstGeom prst="rect">
            <a:avLst/>
          </a:prstGeom>
          <a:noFill/>
          <a:ln>
            <a:noFill/>
          </a:ln>
        </p:spPr>
        <p:txBody>
          <a:bodyPr spcFirstLastPara="1" wrap="square" lIns="91425" tIns="45700" rIns="91425" bIns="45700" anchor="ctr" anchorCtr="0">
            <a:noAutofit/>
          </a:bodyPr>
          <a:lstStyle/>
          <a:p>
            <a:pPr marL="0" lvl="0" indent="0" rtl="0">
              <a:spcBef>
                <a:spcPts val="0"/>
              </a:spcBef>
              <a:spcAft>
                <a:spcPts val="0"/>
              </a:spcAft>
              <a:buClr>
                <a:srgbClr val="959595"/>
              </a:buClr>
              <a:buSzPts val="2800"/>
              <a:buFont typeface="Source Sans Pro Light"/>
              <a:buNone/>
            </a:pPr>
            <a:r>
              <a:rPr lang="en-US" sz="2800">
                <a:solidFill>
                  <a:srgbClr val="959595"/>
                </a:solidFill>
                <a:latin typeface="Source Sans Pro Light"/>
                <a:ea typeface="Source Sans Pro Light"/>
                <a:cs typeface="Source Sans Pro Light"/>
                <a:sym typeface="Source Sans Pro Light"/>
              </a:rPr>
              <a:t>Lorem Ipsum</a:t>
            </a:r>
            <a:endParaRPr sz="2800">
              <a:solidFill>
                <a:srgbClr val="959595"/>
              </a:solidFill>
              <a:latin typeface="Source Sans Pro Light"/>
              <a:ea typeface="Source Sans Pro Light"/>
              <a:cs typeface="Source Sans Pro Light"/>
              <a:sym typeface="Source Sans Pro Light"/>
            </a:endParaRPr>
          </a:p>
        </p:txBody>
      </p:sp>
    </p:spTree>
    <p:extLst>
      <p:ext uri="{BB962C8B-B14F-4D97-AF65-F5344CB8AC3E}">
        <p14:creationId xmlns:p14="http://schemas.microsoft.com/office/powerpoint/2010/main" val="2503365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386E2-2B91-4F3A-A7B8-3D7F3F870DF5}"/>
              </a:ext>
            </a:extLst>
          </p:cNvPr>
          <p:cNvSpPr>
            <a:spLocks noGrp="1"/>
          </p:cNvSpPr>
          <p:nvPr>
            <p:ph type="title"/>
          </p:nvPr>
        </p:nvSpPr>
        <p:spPr>
          <a:xfrm>
            <a:off x="381000" y="158091"/>
            <a:ext cx="10515600" cy="1325563"/>
          </a:xfrm>
          <a:prstGeom prst="rect">
            <a:avLst/>
          </a:prstGeom>
          <a:noFill/>
          <a:ln>
            <a:noFill/>
          </a:ln>
        </p:spPr>
        <p:txBody>
          <a:bodyPr spcFirstLastPara="1" wrap="square" lIns="91425" tIns="45700" rIns="91425" bIns="45700" anchor="ctr" anchorCtr="0">
            <a:noAutofit/>
          </a:bodyPr>
          <a:lstStyle>
            <a:lvl1pPr>
              <a:defRPr lang="en-GB" sz="4000" b="0" i="0" u="none" strike="noStrike" cap="none">
                <a:solidFill>
                  <a:srgbClr val="70C1C8"/>
                </a:solidFill>
                <a:latin typeface="Arial"/>
                <a:ea typeface="Arial"/>
                <a:cs typeface="Arial"/>
                <a:sym typeface="Arial"/>
              </a:defRPr>
            </a:lvl1pPr>
          </a:lstStyle>
          <a:p>
            <a:pPr marL="228600" marR="0" lvl="0" indent="-228600">
              <a:lnSpc>
                <a:spcPct val="100000"/>
              </a:lnSpc>
              <a:spcBef>
                <a:spcPts val="0"/>
              </a:spcBef>
              <a:spcAft>
                <a:spcPts val="0"/>
              </a:spcAft>
              <a:buClr>
                <a:srgbClr val="5AAAE4"/>
              </a:buClr>
              <a:buSzPts val="4000"/>
              <a:buFont typeface="Arial" panose="020B0604020202020204" pitchFamily="34" charset="0"/>
            </a:pPr>
            <a:r>
              <a:rPr lang="en-US" dirty="0"/>
              <a:t>Click to edit Master title style</a:t>
            </a:r>
            <a:endParaRPr lang="en-GB" dirty="0"/>
          </a:p>
        </p:txBody>
      </p:sp>
      <p:sp>
        <p:nvSpPr>
          <p:cNvPr id="6" name="Text Placeholder 5">
            <a:extLst>
              <a:ext uri="{FF2B5EF4-FFF2-40B4-BE49-F238E27FC236}">
                <a16:creationId xmlns:a16="http://schemas.microsoft.com/office/drawing/2014/main" id="{7CC98B7B-EAE9-4F75-A16D-770F410BD15C}"/>
              </a:ext>
            </a:extLst>
          </p:cNvPr>
          <p:cNvSpPr>
            <a:spLocks noGrp="1"/>
          </p:cNvSpPr>
          <p:nvPr>
            <p:ph type="body" sz="quarter" idx="10" hasCustomPrompt="1"/>
          </p:nvPr>
        </p:nvSpPr>
        <p:spPr>
          <a:xfrm>
            <a:off x="475142" y="1212191"/>
            <a:ext cx="2190750" cy="542925"/>
          </a:xfrm>
          <a:prstGeom prst="rect">
            <a:avLst/>
          </a:prstGeom>
          <a:noFill/>
          <a:ln>
            <a:noFill/>
          </a:ln>
        </p:spPr>
        <p:txBody>
          <a:bodyPr spcFirstLastPara="1" wrap="square" lIns="91425" tIns="45700" rIns="91425" bIns="45700" anchor="ctr" anchorCtr="0">
            <a:noAutofit/>
          </a:bodyPr>
          <a:lstStyle>
            <a:lvl1pPr>
              <a:defRPr lang="en-US" sz="1700" b="0" i="0" u="none" strike="noStrike" cap="none" dirty="0">
                <a:solidFill>
                  <a:srgbClr val="A6A6A6"/>
                </a:solidFill>
                <a:latin typeface="Calibri"/>
                <a:ea typeface="Calibri"/>
                <a:cs typeface="Calibri"/>
                <a:sym typeface="Arial"/>
              </a:defRPr>
            </a:lvl1pPr>
          </a:lstStyle>
          <a:p>
            <a:pPr marL="0" marR="0" lvl="0" indent="0">
              <a:lnSpc>
                <a:spcPct val="100000"/>
              </a:lnSpc>
              <a:spcBef>
                <a:spcPts val="0"/>
              </a:spcBef>
              <a:spcAft>
                <a:spcPts val="0"/>
              </a:spcAft>
              <a:buClr>
                <a:srgbClr val="A6A6A6"/>
              </a:buClr>
              <a:buSzPts val="1700"/>
              <a:buFont typeface="Calibri"/>
              <a:buNone/>
            </a:pPr>
            <a:r>
              <a:rPr lang="en-US" dirty="0"/>
              <a:t>Subtitle </a:t>
            </a:r>
            <a:r>
              <a:rPr lang="en-US" dirty="0" err="1">
                <a:solidFill>
                  <a:srgbClr val="73C1C7"/>
                </a:solidFill>
              </a:rPr>
              <a:t>colours</a:t>
            </a:r>
            <a:endParaRPr lang="en-US" dirty="0">
              <a:solidFill>
                <a:srgbClr val="73C1C7"/>
              </a:solidFill>
            </a:endParaRPr>
          </a:p>
        </p:txBody>
      </p:sp>
    </p:spTree>
    <p:extLst>
      <p:ext uri="{BB962C8B-B14F-4D97-AF65-F5344CB8AC3E}">
        <p14:creationId xmlns:p14="http://schemas.microsoft.com/office/powerpoint/2010/main" val="2997084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hape 211">
            <a:extLst>
              <a:ext uri="{FF2B5EF4-FFF2-40B4-BE49-F238E27FC236}">
                <a16:creationId xmlns:a16="http://schemas.microsoft.com/office/drawing/2014/main" id="{1D16E40C-0688-4AC8-9BBA-F8E7AC009548}"/>
              </a:ext>
            </a:extLst>
          </p:cNvPr>
          <p:cNvSpPr txBox="1"/>
          <p:nvPr userDrawn="1"/>
        </p:nvSpPr>
        <p:spPr>
          <a:xfrm flipH="1">
            <a:off x="0" y="0"/>
            <a:ext cx="12192000" cy="5060950"/>
          </a:xfrm>
          <a:prstGeom prst="rect">
            <a:avLst/>
          </a:prstGeom>
          <a:solidFill>
            <a:srgbClr val="70C1C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4" name="Shape 212">
            <a:extLst>
              <a:ext uri="{FF2B5EF4-FFF2-40B4-BE49-F238E27FC236}">
                <a16:creationId xmlns:a16="http://schemas.microsoft.com/office/drawing/2014/main" id="{E9BBC37B-B703-430A-AABD-F69ACAC23D25}"/>
              </a:ext>
            </a:extLst>
          </p:cNvPr>
          <p:cNvSpPr txBox="1"/>
          <p:nvPr userDrawn="1"/>
        </p:nvSpPr>
        <p:spPr>
          <a:xfrm>
            <a:off x="2411412" y="5445125"/>
            <a:ext cx="5761037" cy="8143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6A6A6"/>
              </a:buClr>
              <a:buSzPts val="1000"/>
              <a:buFont typeface="Calibri"/>
              <a:buNone/>
            </a:pPr>
            <a:r>
              <a:rPr lang="en-US" sz="1000" b="0" i="0" u="none">
                <a:solidFill>
                  <a:srgbClr val="A6A6A6"/>
                </a:solidFill>
                <a:latin typeface="Calibri"/>
                <a:ea typeface="Calibri"/>
                <a:cs typeface="Calibri"/>
                <a:sym typeface="Calibri"/>
              </a:rPr>
              <a:t>Lorem ipsum dolor sit amet, consectetur adipiscing elit. Curabitur elementum posuere pretium. Quisque nibh dolor, dignissim ac dignissim ut, luctus ac urna. Aliquam aliquet non massa quis tincidunt. Mauris ullamcorper justo tristique dui posuere tincidunt. </a:t>
            </a:r>
            <a:endParaRPr/>
          </a:p>
        </p:txBody>
      </p:sp>
      <p:sp>
        <p:nvSpPr>
          <p:cNvPr id="5" name="Shape 213">
            <a:extLst>
              <a:ext uri="{FF2B5EF4-FFF2-40B4-BE49-F238E27FC236}">
                <a16:creationId xmlns:a16="http://schemas.microsoft.com/office/drawing/2014/main" id="{A6FE2B5C-0FCA-44C1-8BF7-98E398EDFAF2}"/>
              </a:ext>
            </a:extLst>
          </p:cNvPr>
          <p:cNvSpPr txBox="1"/>
          <p:nvPr userDrawn="1"/>
        </p:nvSpPr>
        <p:spPr>
          <a:xfrm>
            <a:off x="2249487" y="1079500"/>
            <a:ext cx="5635625" cy="48577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1700"/>
              <a:buFont typeface="Calibri"/>
              <a:buNone/>
            </a:pPr>
            <a:r>
              <a:rPr lang="en-US" sz="1700" dirty="0">
                <a:solidFill>
                  <a:schemeClr val="lt1"/>
                </a:solidFill>
                <a:latin typeface="Calibri"/>
                <a:ea typeface="Calibri"/>
                <a:cs typeface="Calibri"/>
                <a:sym typeface="Calibri"/>
              </a:rPr>
              <a:t>Puntos </a:t>
            </a:r>
            <a:r>
              <a:rPr lang="en-US" sz="1700" dirty="0" err="1">
                <a:solidFill>
                  <a:schemeClr val="lt1"/>
                </a:solidFill>
                <a:latin typeface="Calibri"/>
                <a:ea typeface="Calibri"/>
                <a:cs typeface="Calibri"/>
                <a:sym typeface="Calibri"/>
              </a:rPr>
              <a:t>destacados</a:t>
            </a:r>
            <a:r>
              <a:rPr lang="en-US" sz="1700" dirty="0">
                <a:solidFill>
                  <a:schemeClr val="lt1"/>
                </a:solidFill>
                <a:latin typeface="Calibri"/>
                <a:ea typeface="Calibri"/>
                <a:cs typeface="Calibri"/>
                <a:sym typeface="Calibri"/>
              </a:rPr>
              <a:t> de la </a:t>
            </a:r>
            <a:r>
              <a:rPr lang="en-US" sz="1700" dirty="0" err="1">
                <a:solidFill>
                  <a:schemeClr val="lt1"/>
                </a:solidFill>
                <a:latin typeface="Calibri"/>
                <a:ea typeface="Calibri"/>
                <a:cs typeface="Calibri"/>
                <a:sym typeface="Calibri"/>
              </a:rPr>
              <a:t>empresa</a:t>
            </a:r>
            <a:r>
              <a:rPr lang="en-US" sz="1700" b="0" i="0" u="none" dirty="0">
                <a:solidFill>
                  <a:schemeClr val="lt1"/>
                </a:solidFill>
                <a:latin typeface="Calibri"/>
                <a:ea typeface="Calibri"/>
                <a:cs typeface="Calibri"/>
                <a:sym typeface="Calibri"/>
              </a:rPr>
              <a:t> </a:t>
            </a:r>
            <a:r>
              <a:rPr lang="en-US" sz="1700" b="1" dirty="0">
                <a:solidFill>
                  <a:schemeClr val="lt1"/>
                </a:solidFill>
                <a:latin typeface="Calibri"/>
                <a:ea typeface="Calibri"/>
                <a:cs typeface="Calibri"/>
                <a:sym typeface="Calibri"/>
              </a:rPr>
              <a:t>o </a:t>
            </a:r>
            <a:r>
              <a:rPr lang="en-US" sz="1700" b="1" dirty="0" err="1">
                <a:solidFill>
                  <a:schemeClr val="lt1"/>
                </a:solidFill>
                <a:latin typeface="Calibri"/>
                <a:ea typeface="Calibri"/>
                <a:cs typeface="Calibri"/>
                <a:sym typeface="Calibri"/>
              </a:rPr>
              <a:t>características</a:t>
            </a:r>
            <a:r>
              <a:rPr lang="en-US" sz="1700" b="1" dirty="0">
                <a:solidFill>
                  <a:schemeClr val="lt1"/>
                </a:solidFill>
                <a:latin typeface="Calibri"/>
                <a:ea typeface="Calibri"/>
                <a:cs typeface="Calibri"/>
                <a:sym typeface="Calibri"/>
              </a:rPr>
              <a:t>.</a:t>
            </a:r>
            <a:endParaRPr dirty="0"/>
          </a:p>
        </p:txBody>
      </p:sp>
      <p:sp>
        <p:nvSpPr>
          <p:cNvPr id="6" name="Shape 214">
            <a:extLst>
              <a:ext uri="{FF2B5EF4-FFF2-40B4-BE49-F238E27FC236}">
                <a16:creationId xmlns:a16="http://schemas.microsoft.com/office/drawing/2014/main" id="{67637822-72E5-498A-A3DF-E61B14E959C0}"/>
              </a:ext>
            </a:extLst>
          </p:cNvPr>
          <p:cNvSpPr txBox="1">
            <a:spLocks noGrp="1"/>
          </p:cNvSpPr>
          <p:nvPr>
            <p:ph type="title"/>
          </p:nvPr>
        </p:nvSpPr>
        <p:spPr>
          <a:xfrm>
            <a:off x="2249487" y="490537"/>
            <a:ext cx="7693026" cy="711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3600"/>
              <a:buFont typeface="Source Sans Pro Light"/>
              <a:buNone/>
            </a:pPr>
            <a:r>
              <a:rPr lang="en-US" sz="3600" dirty="0">
                <a:solidFill>
                  <a:schemeClr val="lt1"/>
                </a:solidFill>
              </a:rPr>
              <a:t>¿Puntos </a:t>
            </a:r>
            <a:r>
              <a:rPr lang="en-US" sz="3600" dirty="0" err="1">
                <a:solidFill>
                  <a:schemeClr val="lt1"/>
                </a:solidFill>
              </a:rPr>
              <a:t>destacados</a:t>
            </a:r>
            <a:r>
              <a:rPr lang="en-US" sz="3600" dirty="0">
                <a:solidFill>
                  <a:schemeClr val="lt1"/>
                </a:solidFill>
              </a:rPr>
              <a:t>?</a:t>
            </a:r>
            <a:endParaRPr dirty="0"/>
          </a:p>
        </p:txBody>
      </p:sp>
      <p:sp>
        <p:nvSpPr>
          <p:cNvPr id="7" name="Shape 215">
            <a:extLst>
              <a:ext uri="{FF2B5EF4-FFF2-40B4-BE49-F238E27FC236}">
                <a16:creationId xmlns:a16="http://schemas.microsoft.com/office/drawing/2014/main" id="{5FD00BDB-3AC8-4D50-B2A2-3859BDC6793C}"/>
              </a:ext>
            </a:extLst>
          </p:cNvPr>
          <p:cNvSpPr txBox="1">
            <a:spLocks noGrp="1"/>
          </p:cNvSpPr>
          <p:nvPr>
            <p:ph type="body" idx="1"/>
          </p:nvPr>
        </p:nvSpPr>
        <p:spPr>
          <a:xfrm>
            <a:off x="2970212" y="2243137"/>
            <a:ext cx="5489575" cy="5778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00"/>
              <a:buFont typeface="Arial"/>
              <a:buNone/>
            </a:pPr>
            <a:r>
              <a:rPr lang="en-US" sz="1000" b="0" i="0" u="none" strike="noStrike" cap="none" dirty="0" err="1">
                <a:solidFill>
                  <a:schemeClr val="lt1"/>
                </a:solidFill>
                <a:latin typeface="Calibri"/>
                <a:ea typeface="Calibri"/>
                <a:cs typeface="Calibri"/>
                <a:sym typeface="Calibri"/>
              </a:rPr>
              <a:t>Curabitur</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elementum</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posuere</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pretium</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Quisque</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nibh</a:t>
            </a:r>
            <a:r>
              <a:rPr lang="en-US" sz="1000" b="0" i="0" u="none" strike="noStrike" cap="none" dirty="0">
                <a:solidFill>
                  <a:schemeClr val="lt1"/>
                </a:solidFill>
                <a:latin typeface="Calibri"/>
                <a:ea typeface="Calibri"/>
                <a:cs typeface="Calibri"/>
                <a:sym typeface="Calibri"/>
              </a:rPr>
              <a:t> dolor, </a:t>
            </a:r>
            <a:r>
              <a:rPr lang="en-US" sz="1000" b="0" i="0" u="none" strike="noStrike" cap="none" dirty="0" err="1">
                <a:solidFill>
                  <a:schemeClr val="lt1"/>
                </a:solidFill>
                <a:latin typeface="Calibri"/>
                <a:ea typeface="Calibri"/>
                <a:cs typeface="Calibri"/>
                <a:sym typeface="Calibri"/>
              </a:rPr>
              <a:t>dignissim</a:t>
            </a:r>
            <a:r>
              <a:rPr lang="en-US" sz="1000" b="0" i="0" u="none" strike="noStrike" cap="none" dirty="0">
                <a:solidFill>
                  <a:schemeClr val="lt1"/>
                </a:solidFill>
                <a:latin typeface="Calibri"/>
                <a:ea typeface="Calibri"/>
                <a:cs typeface="Calibri"/>
                <a:sym typeface="Calibri"/>
              </a:rPr>
              <a:t> ac </a:t>
            </a:r>
            <a:r>
              <a:rPr lang="en-US" sz="1000" b="0" i="0" u="none" strike="noStrike" cap="none" dirty="0" err="1">
                <a:solidFill>
                  <a:schemeClr val="lt1"/>
                </a:solidFill>
                <a:latin typeface="Calibri"/>
                <a:ea typeface="Calibri"/>
                <a:cs typeface="Calibri"/>
                <a:sym typeface="Calibri"/>
              </a:rPr>
              <a:t>dignissim</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ut</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luctus</a:t>
            </a:r>
            <a:r>
              <a:rPr lang="en-US" sz="1000" b="0" i="0" u="none" strike="noStrike" cap="none" dirty="0">
                <a:solidFill>
                  <a:schemeClr val="lt1"/>
                </a:solidFill>
                <a:latin typeface="Calibri"/>
                <a:ea typeface="Calibri"/>
                <a:cs typeface="Calibri"/>
                <a:sym typeface="Calibri"/>
              </a:rPr>
              <a:t> ac </a:t>
            </a:r>
            <a:r>
              <a:rPr lang="en-US" sz="1000" b="0" i="0" u="none" strike="noStrike" cap="none" dirty="0" err="1">
                <a:solidFill>
                  <a:schemeClr val="lt1"/>
                </a:solidFill>
                <a:latin typeface="Calibri"/>
                <a:ea typeface="Calibri"/>
                <a:cs typeface="Calibri"/>
                <a:sym typeface="Calibri"/>
              </a:rPr>
              <a:t>urna</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Quis</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tincidunt</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Curabitur</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elementum</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posuere</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pretium</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Quisque</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nibh</a:t>
            </a:r>
            <a:r>
              <a:rPr lang="en-US" sz="1000" b="0" i="0" u="none" strike="noStrike" cap="none" dirty="0">
                <a:solidFill>
                  <a:schemeClr val="lt1"/>
                </a:solidFill>
                <a:latin typeface="Calibri"/>
                <a:ea typeface="Calibri"/>
                <a:cs typeface="Calibri"/>
                <a:sym typeface="Calibri"/>
              </a:rPr>
              <a:t> dolor, </a:t>
            </a:r>
            <a:r>
              <a:rPr lang="en-US" sz="1000" b="0" i="0" u="none" strike="noStrike" cap="none" dirty="0" err="1">
                <a:solidFill>
                  <a:schemeClr val="lt1"/>
                </a:solidFill>
                <a:latin typeface="Calibri"/>
                <a:ea typeface="Calibri"/>
                <a:cs typeface="Calibri"/>
                <a:sym typeface="Calibri"/>
              </a:rPr>
              <a:t>dignissim</a:t>
            </a:r>
            <a:r>
              <a:rPr lang="en-US" sz="1000" b="0" i="0" u="none" strike="noStrike" cap="none" dirty="0">
                <a:solidFill>
                  <a:schemeClr val="lt1"/>
                </a:solidFill>
                <a:latin typeface="Calibri"/>
                <a:ea typeface="Calibri"/>
                <a:cs typeface="Calibri"/>
                <a:sym typeface="Calibri"/>
              </a:rPr>
              <a:t> ac </a:t>
            </a:r>
            <a:r>
              <a:rPr lang="en-US" sz="1000" b="0" i="0" u="none" strike="noStrike" cap="none" dirty="0" err="1">
                <a:solidFill>
                  <a:schemeClr val="lt1"/>
                </a:solidFill>
                <a:latin typeface="Calibri"/>
                <a:ea typeface="Calibri"/>
                <a:cs typeface="Calibri"/>
                <a:sym typeface="Calibri"/>
              </a:rPr>
              <a:t>dignissim</a:t>
            </a:r>
            <a:r>
              <a:rPr lang="en-US" sz="1000" b="0" i="0" u="none" strike="noStrike" cap="none" dirty="0">
                <a:solidFill>
                  <a:schemeClr val="lt1"/>
                </a:solidFill>
                <a:latin typeface="Calibri"/>
                <a:ea typeface="Calibri"/>
                <a:cs typeface="Calibri"/>
                <a:sym typeface="Calibri"/>
              </a:rPr>
              <a:t> </a:t>
            </a:r>
            <a:r>
              <a:rPr lang="en-US" sz="1000" b="0" i="0" u="none" strike="noStrike" cap="none" dirty="0" err="1">
                <a:solidFill>
                  <a:schemeClr val="lt1"/>
                </a:solidFill>
                <a:latin typeface="Calibri"/>
                <a:ea typeface="Calibri"/>
                <a:cs typeface="Calibri"/>
                <a:sym typeface="Calibri"/>
              </a:rPr>
              <a:t>ut.</a:t>
            </a:r>
            <a:endParaRPr dirty="0"/>
          </a:p>
        </p:txBody>
      </p:sp>
      <p:sp>
        <p:nvSpPr>
          <p:cNvPr id="8" name="Shape 216">
            <a:extLst>
              <a:ext uri="{FF2B5EF4-FFF2-40B4-BE49-F238E27FC236}">
                <a16:creationId xmlns:a16="http://schemas.microsoft.com/office/drawing/2014/main" id="{64592274-4FC5-4429-B789-14A813DD0C31}"/>
              </a:ext>
            </a:extLst>
          </p:cNvPr>
          <p:cNvSpPr txBox="1"/>
          <p:nvPr userDrawn="1"/>
        </p:nvSpPr>
        <p:spPr>
          <a:xfrm>
            <a:off x="2955925" y="1879600"/>
            <a:ext cx="5110162" cy="4000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2000"/>
              <a:buFont typeface="Source Sans Pro Light"/>
              <a:buNone/>
            </a:pPr>
            <a:r>
              <a:rPr lang="en-US" sz="2000" dirty="0">
                <a:solidFill>
                  <a:schemeClr val="lt1"/>
                </a:solidFill>
                <a:latin typeface="Source Sans Pro Light"/>
                <a:ea typeface="Source Sans Pro Light"/>
                <a:cs typeface="Source Sans Pro Light"/>
                <a:sym typeface="Source Sans Pro Light"/>
              </a:rPr>
              <a:t>Calidad, </a:t>
            </a:r>
            <a:r>
              <a:rPr lang="en-US" sz="2000" dirty="0" err="1">
                <a:solidFill>
                  <a:schemeClr val="lt1"/>
                </a:solidFill>
                <a:latin typeface="Source Sans Pro Light"/>
                <a:ea typeface="Source Sans Pro Light"/>
                <a:cs typeface="Source Sans Pro Light"/>
                <a:sym typeface="Source Sans Pro Light"/>
              </a:rPr>
              <a:t>Excelencia</a:t>
            </a:r>
            <a:r>
              <a:rPr lang="en-US" sz="2000" dirty="0">
                <a:solidFill>
                  <a:schemeClr val="lt1"/>
                </a:solidFill>
                <a:latin typeface="Source Sans Pro Light"/>
                <a:ea typeface="Source Sans Pro Light"/>
                <a:cs typeface="Source Sans Pro Light"/>
                <a:sym typeface="Source Sans Pro Light"/>
              </a:rPr>
              <a:t>.</a:t>
            </a:r>
            <a:endParaRPr dirty="0"/>
          </a:p>
        </p:txBody>
      </p:sp>
      <p:sp>
        <p:nvSpPr>
          <p:cNvPr id="9" name="Shape 217">
            <a:extLst>
              <a:ext uri="{FF2B5EF4-FFF2-40B4-BE49-F238E27FC236}">
                <a16:creationId xmlns:a16="http://schemas.microsoft.com/office/drawing/2014/main" id="{06CB5DEE-9D7F-4BB1-9744-41D44EBF62E6}"/>
              </a:ext>
            </a:extLst>
          </p:cNvPr>
          <p:cNvSpPr txBox="1"/>
          <p:nvPr userDrawn="1"/>
        </p:nvSpPr>
        <p:spPr>
          <a:xfrm>
            <a:off x="2970212" y="3213100"/>
            <a:ext cx="5489575" cy="4159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00"/>
              <a:buFont typeface="Calibri"/>
              <a:buNone/>
            </a:pPr>
            <a:r>
              <a:rPr lang="en-US" sz="1000" b="0" i="0" u="none">
                <a:solidFill>
                  <a:schemeClr val="lt1"/>
                </a:solidFill>
                <a:latin typeface="Calibri"/>
                <a:ea typeface="Calibri"/>
                <a:cs typeface="Calibri"/>
                <a:sym typeface="Calibri"/>
              </a:rPr>
              <a:t>Curabitur elementum posuere pretium. Quisque nibh dolor, dignissim ac dignissim ut, luctus ac urna. Curabitur elementum posuere pretium. </a:t>
            </a:r>
            <a:endParaRPr/>
          </a:p>
        </p:txBody>
      </p:sp>
      <p:sp>
        <p:nvSpPr>
          <p:cNvPr id="10" name="Shape 218">
            <a:extLst>
              <a:ext uri="{FF2B5EF4-FFF2-40B4-BE49-F238E27FC236}">
                <a16:creationId xmlns:a16="http://schemas.microsoft.com/office/drawing/2014/main" id="{DC37EC7C-A8FA-466E-8351-D034826EAFFC}"/>
              </a:ext>
            </a:extLst>
          </p:cNvPr>
          <p:cNvSpPr txBox="1"/>
          <p:nvPr userDrawn="1"/>
        </p:nvSpPr>
        <p:spPr>
          <a:xfrm>
            <a:off x="2955925" y="2889250"/>
            <a:ext cx="5110162" cy="4000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2000"/>
              <a:buFont typeface="Source Sans Pro Light"/>
              <a:buNone/>
            </a:pPr>
            <a:r>
              <a:rPr lang="en-US" sz="2000">
                <a:solidFill>
                  <a:schemeClr val="lt1"/>
                </a:solidFill>
                <a:latin typeface="Source Sans Pro Light"/>
                <a:ea typeface="Source Sans Pro Light"/>
                <a:cs typeface="Source Sans Pro Light"/>
                <a:sym typeface="Source Sans Pro Light"/>
              </a:rPr>
              <a:t>El servicio que necesitas.</a:t>
            </a:r>
            <a:endParaRPr/>
          </a:p>
        </p:txBody>
      </p:sp>
      <p:sp>
        <p:nvSpPr>
          <p:cNvPr id="11" name="Shape 219">
            <a:extLst>
              <a:ext uri="{FF2B5EF4-FFF2-40B4-BE49-F238E27FC236}">
                <a16:creationId xmlns:a16="http://schemas.microsoft.com/office/drawing/2014/main" id="{C4A3A0CA-8611-4D78-AF5B-CBBF6B5CAFB9}"/>
              </a:ext>
            </a:extLst>
          </p:cNvPr>
          <p:cNvSpPr txBox="1"/>
          <p:nvPr userDrawn="1"/>
        </p:nvSpPr>
        <p:spPr>
          <a:xfrm>
            <a:off x="2970212" y="4125912"/>
            <a:ext cx="5489575" cy="5762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000"/>
              <a:buFont typeface="Calibri"/>
              <a:buNone/>
            </a:pPr>
            <a:r>
              <a:rPr lang="en-US" sz="1000" b="0" i="0" u="none">
                <a:solidFill>
                  <a:schemeClr val="lt1"/>
                </a:solidFill>
                <a:latin typeface="Calibri"/>
                <a:ea typeface="Calibri"/>
                <a:cs typeface="Calibri"/>
                <a:sym typeface="Calibri"/>
              </a:rPr>
              <a:t>Curabitur elementum posuere pretium. Quisque nibh dolor, dignissim ac dignissim ut, luctus ac urna.</a:t>
            </a:r>
            <a:br>
              <a:rPr lang="en-US" sz="1000" b="0" i="0" u="none">
                <a:solidFill>
                  <a:schemeClr val="lt1"/>
                </a:solidFill>
                <a:latin typeface="Calibri"/>
                <a:ea typeface="Calibri"/>
                <a:cs typeface="Calibri"/>
                <a:sym typeface="Calibri"/>
              </a:rPr>
            </a:br>
            <a:r>
              <a:rPr lang="en-US" sz="1000" b="0" i="0" u="none">
                <a:solidFill>
                  <a:schemeClr val="lt1"/>
                </a:solidFill>
                <a:latin typeface="Calibri"/>
                <a:ea typeface="Calibri"/>
                <a:cs typeface="Calibri"/>
                <a:sym typeface="Calibri"/>
              </a:rPr>
              <a:t>Quis tincidunt. </a:t>
            </a:r>
            <a:endParaRPr/>
          </a:p>
        </p:txBody>
      </p:sp>
      <p:sp>
        <p:nvSpPr>
          <p:cNvPr id="12" name="Shape 220">
            <a:extLst>
              <a:ext uri="{FF2B5EF4-FFF2-40B4-BE49-F238E27FC236}">
                <a16:creationId xmlns:a16="http://schemas.microsoft.com/office/drawing/2014/main" id="{8307EBDA-2922-495C-A720-629CB70EE9F0}"/>
              </a:ext>
            </a:extLst>
          </p:cNvPr>
          <p:cNvSpPr txBox="1"/>
          <p:nvPr userDrawn="1"/>
        </p:nvSpPr>
        <p:spPr>
          <a:xfrm>
            <a:off x="2955925" y="3781425"/>
            <a:ext cx="5110162" cy="4000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2000"/>
              <a:buFont typeface="Source Sans Pro Light"/>
              <a:buNone/>
            </a:pPr>
            <a:r>
              <a:rPr lang="en-US" sz="2000">
                <a:solidFill>
                  <a:schemeClr val="lt1"/>
                </a:solidFill>
                <a:latin typeface="Source Sans Pro Light"/>
                <a:ea typeface="Source Sans Pro Light"/>
                <a:cs typeface="Source Sans Pro Light"/>
                <a:sym typeface="Source Sans Pro Light"/>
              </a:rPr>
              <a:t>Te lo ponemos fácil.</a:t>
            </a:r>
            <a:endParaRPr/>
          </a:p>
        </p:txBody>
      </p:sp>
      <p:grpSp>
        <p:nvGrpSpPr>
          <p:cNvPr id="13" name="Shape 221">
            <a:extLst>
              <a:ext uri="{FF2B5EF4-FFF2-40B4-BE49-F238E27FC236}">
                <a16:creationId xmlns:a16="http://schemas.microsoft.com/office/drawing/2014/main" id="{E4ABC521-BFD0-4FA3-B9F4-9A4A54841B08}"/>
              </a:ext>
            </a:extLst>
          </p:cNvPr>
          <p:cNvGrpSpPr/>
          <p:nvPr userDrawn="1"/>
        </p:nvGrpSpPr>
        <p:grpSpPr>
          <a:xfrm>
            <a:off x="2595562" y="3862387"/>
            <a:ext cx="317500" cy="315912"/>
            <a:chOff x="0" y="0"/>
            <a:chExt cx="2147483646" cy="2147483646"/>
          </a:xfrm>
        </p:grpSpPr>
        <p:sp>
          <p:nvSpPr>
            <p:cNvPr id="14" name="Shape 222">
              <a:extLst>
                <a:ext uri="{FF2B5EF4-FFF2-40B4-BE49-F238E27FC236}">
                  <a16:creationId xmlns:a16="http://schemas.microsoft.com/office/drawing/2014/main" id="{6807EE8E-235C-42CE-8789-E8D5D94F2670}"/>
                </a:ext>
              </a:extLst>
            </p:cNvPr>
            <p:cNvSpPr/>
            <p:nvPr/>
          </p:nvSpPr>
          <p:spPr>
            <a:xfrm>
              <a:off x="0" y="0"/>
              <a:ext cx="2147483646" cy="2147483646"/>
            </a:xfrm>
            <a:prstGeom prst="ellipse">
              <a:avLst/>
            </a:prstGeom>
            <a:solidFill>
              <a:srgbClr val="428D9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5" name="Shape 223">
              <a:extLst>
                <a:ext uri="{FF2B5EF4-FFF2-40B4-BE49-F238E27FC236}">
                  <a16:creationId xmlns:a16="http://schemas.microsoft.com/office/drawing/2014/main" id="{895E77D4-A77D-45C2-A2C0-064BF67B443C}"/>
                </a:ext>
              </a:extLst>
            </p:cNvPr>
            <p:cNvSpPr/>
            <p:nvPr/>
          </p:nvSpPr>
          <p:spPr>
            <a:xfrm>
              <a:off x="645121641" y="594798970"/>
              <a:ext cx="857352299" cy="889154232"/>
            </a:xfrm>
            <a:custGeom>
              <a:avLst/>
              <a:gdLst/>
              <a:ahLst/>
              <a:cxnLst/>
              <a:rect l="0" t="0" r="0" b="0"/>
              <a:pathLst>
                <a:path w="274" h="284" extrusionOk="0">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6" name="Shape 224">
            <a:extLst>
              <a:ext uri="{FF2B5EF4-FFF2-40B4-BE49-F238E27FC236}">
                <a16:creationId xmlns:a16="http://schemas.microsoft.com/office/drawing/2014/main" id="{A76949DE-20EE-4830-B60D-9292F10A2BE4}"/>
              </a:ext>
            </a:extLst>
          </p:cNvPr>
          <p:cNvGrpSpPr/>
          <p:nvPr userDrawn="1"/>
        </p:nvGrpSpPr>
        <p:grpSpPr>
          <a:xfrm>
            <a:off x="2595562" y="2970212"/>
            <a:ext cx="317500" cy="317500"/>
            <a:chOff x="0" y="0"/>
            <a:chExt cx="2147483646" cy="2147483646"/>
          </a:xfrm>
        </p:grpSpPr>
        <p:sp>
          <p:nvSpPr>
            <p:cNvPr id="17" name="Shape 225">
              <a:extLst>
                <a:ext uri="{FF2B5EF4-FFF2-40B4-BE49-F238E27FC236}">
                  <a16:creationId xmlns:a16="http://schemas.microsoft.com/office/drawing/2014/main" id="{0DC7DAD2-3286-4D3D-978F-8B0AA5870D27}"/>
                </a:ext>
              </a:extLst>
            </p:cNvPr>
            <p:cNvSpPr/>
            <p:nvPr/>
          </p:nvSpPr>
          <p:spPr>
            <a:xfrm>
              <a:off x="0" y="0"/>
              <a:ext cx="2147483646" cy="2147483646"/>
            </a:xfrm>
            <a:prstGeom prst="ellipse">
              <a:avLst/>
            </a:prstGeom>
            <a:solidFill>
              <a:srgbClr val="428D9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8" name="Shape 226">
              <a:extLst>
                <a:ext uri="{FF2B5EF4-FFF2-40B4-BE49-F238E27FC236}">
                  <a16:creationId xmlns:a16="http://schemas.microsoft.com/office/drawing/2014/main" id="{A637904E-2D9D-414E-9C9C-846061267B02}"/>
                </a:ext>
              </a:extLst>
            </p:cNvPr>
            <p:cNvSpPr/>
            <p:nvPr/>
          </p:nvSpPr>
          <p:spPr>
            <a:xfrm>
              <a:off x="645121641" y="594798970"/>
              <a:ext cx="857352299" cy="889154232"/>
            </a:xfrm>
            <a:custGeom>
              <a:avLst/>
              <a:gdLst/>
              <a:ahLst/>
              <a:cxnLst/>
              <a:rect l="0" t="0" r="0" b="0"/>
              <a:pathLst>
                <a:path w="274" h="284" extrusionOk="0">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grpSp>
        <p:nvGrpSpPr>
          <p:cNvPr id="19" name="Shape 227">
            <a:extLst>
              <a:ext uri="{FF2B5EF4-FFF2-40B4-BE49-F238E27FC236}">
                <a16:creationId xmlns:a16="http://schemas.microsoft.com/office/drawing/2014/main" id="{4B2500BF-DED1-47DE-A048-C9914EB97741}"/>
              </a:ext>
            </a:extLst>
          </p:cNvPr>
          <p:cNvGrpSpPr/>
          <p:nvPr userDrawn="1"/>
        </p:nvGrpSpPr>
        <p:grpSpPr>
          <a:xfrm>
            <a:off x="2595562" y="1960562"/>
            <a:ext cx="317500" cy="315912"/>
            <a:chOff x="0" y="0"/>
            <a:chExt cx="2147483646" cy="2147483646"/>
          </a:xfrm>
        </p:grpSpPr>
        <p:sp>
          <p:nvSpPr>
            <p:cNvPr id="20" name="Shape 228">
              <a:extLst>
                <a:ext uri="{FF2B5EF4-FFF2-40B4-BE49-F238E27FC236}">
                  <a16:creationId xmlns:a16="http://schemas.microsoft.com/office/drawing/2014/main" id="{7B15D841-9772-4B3F-B7F0-8835643135A2}"/>
                </a:ext>
              </a:extLst>
            </p:cNvPr>
            <p:cNvSpPr/>
            <p:nvPr/>
          </p:nvSpPr>
          <p:spPr>
            <a:xfrm>
              <a:off x="0" y="0"/>
              <a:ext cx="2147483646" cy="2147483646"/>
            </a:xfrm>
            <a:prstGeom prst="ellipse">
              <a:avLst/>
            </a:prstGeom>
            <a:solidFill>
              <a:srgbClr val="428D9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21" name="Shape 229">
              <a:extLst>
                <a:ext uri="{FF2B5EF4-FFF2-40B4-BE49-F238E27FC236}">
                  <a16:creationId xmlns:a16="http://schemas.microsoft.com/office/drawing/2014/main" id="{3E57B3EF-6BE8-4FFD-B0AD-2940D5F023EE}"/>
                </a:ext>
              </a:extLst>
            </p:cNvPr>
            <p:cNvSpPr/>
            <p:nvPr/>
          </p:nvSpPr>
          <p:spPr>
            <a:xfrm>
              <a:off x="645121641" y="594798970"/>
              <a:ext cx="857352299" cy="889154232"/>
            </a:xfrm>
            <a:custGeom>
              <a:avLst/>
              <a:gdLst/>
              <a:ahLst/>
              <a:cxnLst/>
              <a:rect l="0" t="0" r="0" b="0"/>
              <a:pathLst>
                <a:path w="274" h="284" extrusionOk="0">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22" name="Shape 230">
            <a:extLst>
              <a:ext uri="{FF2B5EF4-FFF2-40B4-BE49-F238E27FC236}">
                <a16:creationId xmlns:a16="http://schemas.microsoft.com/office/drawing/2014/main" id="{E65FB459-654E-4EAD-AC98-D907B6470F8F}"/>
              </a:ext>
            </a:extLst>
          </p:cNvPr>
          <p:cNvSpPr/>
          <p:nvPr userDrawn="1"/>
        </p:nvSpPr>
        <p:spPr>
          <a:xfrm>
            <a:off x="11575348" y="214312"/>
            <a:ext cx="327025" cy="393700"/>
          </a:xfrm>
          <a:prstGeom prst="flowChartOffpageConnector">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5AAAE4"/>
              </a:buClr>
              <a:buSzPts val="1100"/>
              <a:buFont typeface="Calibri"/>
              <a:buNone/>
            </a:pPr>
            <a:endParaRPr dirty="0">
              <a:solidFill>
                <a:srgbClr val="70C1C8"/>
              </a:solidFill>
            </a:endParaRPr>
          </a:p>
        </p:txBody>
      </p:sp>
      <p:pic>
        <p:nvPicPr>
          <p:cNvPr id="23" name="Shape 231">
            <a:extLst>
              <a:ext uri="{FF2B5EF4-FFF2-40B4-BE49-F238E27FC236}">
                <a16:creationId xmlns:a16="http://schemas.microsoft.com/office/drawing/2014/main" id="{643A1387-A316-4863-BAED-BE0D137498B7}"/>
              </a:ext>
            </a:extLst>
          </p:cNvPr>
          <p:cNvPicPr preferRelativeResize="0"/>
          <p:nvPr userDrawn="1"/>
        </p:nvPicPr>
        <p:blipFill>
          <a:blip r:embed="rId2">
            <a:alphaModFix/>
          </a:blip>
          <a:stretch>
            <a:fillRect/>
          </a:stretch>
        </p:blipFill>
        <p:spPr>
          <a:xfrm>
            <a:off x="10993469" y="203200"/>
            <a:ext cx="581860" cy="415925"/>
          </a:xfrm>
          <a:prstGeom prst="rect">
            <a:avLst/>
          </a:prstGeom>
          <a:noFill/>
          <a:ln>
            <a:noFill/>
          </a:ln>
        </p:spPr>
      </p:pic>
    </p:spTree>
    <p:extLst>
      <p:ext uri="{BB962C8B-B14F-4D97-AF65-F5344CB8AC3E}">
        <p14:creationId xmlns:p14="http://schemas.microsoft.com/office/powerpoint/2010/main" val="638263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Shape 354">
            <a:extLst>
              <a:ext uri="{FF2B5EF4-FFF2-40B4-BE49-F238E27FC236}">
                <a16:creationId xmlns:a16="http://schemas.microsoft.com/office/drawing/2014/main" id="{AC0A1953-5CAC-42AD-A4FD-69EF47CA94F4}"/>
              </a:ext>
            </a:extLst>
          </p:cNvPr>
          <p:cNvPicPr preferRelativeResize="0"/>
          <p:nvPr userDrawn="1"/>
        </p:nvPicPr>
        <p:blipFill rotWithShape="1">
          <a:blip r:embed="rId2">
            <a:alphaModFix/>
          </a:blip>
          <a:srcRect l="18" r="1"/>
          <a:stretch/>
        </p:blipFill>
        <p:spPr>
          <a:xfrm>
            <a:off x="0" y="0"/>
            <a:ext cx="12192000" cy="6858003"/>
          </a:xfrm>
          <a:prstGeom prst="rect">
            <a:avLst/>
          </a:prstGeom>
          <a:noFill/>
          <a:ln>
            <a:noFill/>
          </a:ln>
        </p:spPr>
      </p:pic>
      <p:sp>
        <p:nvSpPr>
          <p:cNvPr id="4" name="Shape 355">
            <a:extLst>
              <a:ext uri="{FF2B5EF4-FFF2-40B4-BE49-F238E27FC236}">
                <a16:creationId xmlns:a16="http://schemas.microsoft.com/office/drawing/2014/main" id="{9865A709-05B0-4260-9D40-FBD2BE7F1CC5}"/>
              </a:ext>
            </a:extLst>
          </p:cNvPr>
          <p:cNvSpPr txBox="1"/>
          <p:nvPr userDrawn="1"/>
        </p:nvSpPr>
        <p:spPr>
          <a:xfrm>
            <a:off x="-2" y="0"/>
            <a:ext cx="12191999" cy="6858000"/>
          </a:xfrm>
          <a:prstGeom prst="rect">
            <a:avLst/>
          </a:prstGeom>
          <a:solidFill>
            <a:srgbClr val="22484B">
              <a:alpha val="63849"/>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5" name="Shape 356">
            <a:extLst>
              <a:ext uri="{FF2B5EF4-FFF2-40B4-BE49-F238E27FC236}">
                <a16:creationId xmlns:a16="http://schemas.microsoft.com/office/drawing/2014/main" id="{8C0A8402-BCD2-46BC-B00A-8AC98B735FA8}"/>
              </a:ext>
            </a:extLst>
          </p:cNvPr>
          <p:cNvSpPr txBox="1"/>
          <p:nvPr userDrawn="1"/>
        </p:nvSpPr>
        <p:spPr>
          <a:xfrm>
            <a:off x="1859869" y="4344137"/>
            <a:ext cx="8229600" cy="484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Calibri"/>
              <a:buNone/>
            </a:pPr>
            <a:r>
              <a:rPr lang="en-US" sz="2400" dirty="0" err="1">
                <a:solidFill>
                  <a:schemeClr val="lt1"/>
                </a:solidFill>
                <a:latin typeface="Calibri"/>
                <a:ea typeface="Calibri"/>
                <a:cs typeface="Calibri"/>
                <a:sym typeface="Calibri"/>
              </a:rPr>
              <a:t>Aquí</a:t>
            </a:r>
            <a:r>
              <a:rPr lang="en-US" sz="2400" dirty="0">
                <a:solidFill>
                  <a:schemeClr val="lt1"/>
                </a:solidFill>
                <a:latin typeface="Calibri"/>
                <a:ea typeface="Calibri"/>
                <a:cs typeface="Calibri"/>
                <a:sym typeface="Calibri"/>
              </a:rPr>
              <a:t> </a:t>
            </a:r>
            <a:r>
              <a:rPr lang="en-US" sz="2400" dirty="0" err="1">
                <a:solidFill>
                  <a:schemeClr val="lt1"/>
                </a:solidFill>
                <a:latin typeface="Calibri"/>
                <a:ea typeface="Calibri"/>
                <a:cs typeface="Calibri"/>
                <a:sym typeface="Calibri"/>
              </a:rPr>
              <a:t>puede</a:t>
            </a:r>
            <a:r>
              <a:rPr lang="en-US" sz="2400" dirty="0">
                <a:solidFill>
                  <a:schemeClr val="lt1"/>
                </a:solidFill>
                <a:latin typeface="Calibri"/>
                <a:ea typeface="Calibri"/>
                <a:cs typeface="Calibri"/>
                <a:sym typeface="Calibri"/>
              </a:rPr>
              <a:t> </a:t>
            </a:r>
            <a:r>
              <a:rPr lang="en-US" sz="2400" dirty="0" err="1">
                <a:solidFill>
                  <a:schemeClr val="lt1"/>
                </a:solidFill>
                <a:latin typeface="Calibri"/>
                <a:ea typeface="Calibri"/>
                <a:cs typeface="Calibri"/>
                <a:sym typeface="Calibri"/>
              </a:rPr>
              <a:t>ir</a:t>
            </a:r>
            <a:r>
              <a:rPr lang="en-US" sz="2400" dirty="0">
                <a:solidFill>
                  <a:schemeClr val="lt1"/>
                </a:solidFill>
                <a:latin typeface="Calibri"/>
                <a:ea typeface="Calibri"/>
                <a:cs typeface="Calibri"/>
                <a:sym typeface="Calibri"/>
              </a:rPr>
              <a:t> una imagen y una </a:t>
            </a:r>
            <a:r>
              <a:rPr lang="en-US" sz="2400" dirty="0" err="1">
                <a:solidFill>
                  <a:schemeClr val="lt1"/>
                </a:solidFill>
                <a:latin typeface="Calibri"/>
                <a:ea typeface="Calibri"/>
                <a:cs typeface="Calibri"/>
                <a:sym typeface="Calibri"/>
              </a:rPr>
              <a:t>frase</a:t>
            </a:r>
            <a:r>
              <a:rPr lang="en-US" sz="2400" dirty="0">
                <a:solidFill>
                  <a:schemeClr val="lt1"/>
                </a:solidFill>
                <a:latin typeface="Calibri"/>
                <a:ea typeface="Calibri"/>
                <a:cs typeface="Calibri"/>
                <a:sym typeface="Calibri"/>
              </a:rPr>
              <a:t>.</a:t>
            </a:r>
            <a:endParaRPr dirty="0"/>
          </a:p>
        </p:txBody>
      </p:sp>
      <p:sp>
        <p:nvSpPr>
          <p:cNvPr id="6" name="Shape 357">
            <a:extLst>
              <a:ext uri="{FF2B5EF4-FFF2-40B4-BE49-F238E27FC236}">
                <a16:creationId xmlns:a16="http://schemas.microsoft.com/office/drawing/2014/main" id="{0E52886A-D338-4CCE-A0CE-B112A623071B}"/>
              </a:ext>
            </a:extLst>
          </p:cNvPr>
          <p:cNvSpPr txBox="1">
            <a:spLocks noGrp="1"/>
          </p:cNvSpPr>
          <p:nvPr>
            <p:ph type="title"/>
          </p:nvPr>
        </p:nvSpPr>
        <p:spPr>
          <a:xfrm>
            <a:off x="1836057" y="264878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6000"/>
              <a:buFont typeface="Source Sans Pro Light"/>
              <a:buNone/>
            </a:pPr>
            <a:r>
              <a:rPr lang="en-US" sz="6000" dirty="0">
                <a:solidFill>
                  <a:schemeClr val="lt1"/>
                </a:solidFill>
              </a:rPr>
              <a:t>¿</a:t>
            </a:r>
            <a:r>
              <a:rPr lang="en-US" sz="6000" dirty="0" err="1">
                <a:solidFill>
                  <a:schemeClr val="lt1"/>
                </a:solidFill>
              </a:rPr>
              <a:t>Pausa</a:t>
            </a:r>
            <a:r>
              <a:rPr lang="en-US" sz="6000" dirty="0">
                <a:solidFill>
                  <a:schemeClr val="lt1"/>
                </a:solidFill>
              </a:rPr>
              <a:t>?</a:t>
            </a:r>
            <a:br>
              <a:rPr lang="en-US" sz="6000" dirty="0">
                <a:solidFill>
                  <a:schemeClr val="lt1"/>
                </a:solidFill>
              </a:rPr>
            </a:br>
            <a:r>
              <a:rPr lang="en-US" sz="6000" dirty="0">
                <a:solidFill>
                  <a:schemeClr val="lt1"/>
                </a:solidFill>
              </a:rPr>
              <a:t>(</a:t>
            </a:r>
            <a:r>
              <a:rPr lang="en-US" sz="6000" dirty="0" err="1">
                <a:solidFill>
                  <a:schemeClr val="lt1"/>
                </a:solidFill>
              </a:rPr>
              <a:t>Texto</a:t>
            </a:r>
            <a:r>
              <a:rPr lang="en-US" sz="6000" dirty="0">
                <a:solidFill>
                  <a:schemeClr val="lt1"/>
                </a:solidFill>
              </a:rPr>
              <a:t> </a:t>
            </a:r>
            <a:r>
              <a:rPr lang="en-US" sz="6000" dirty="0" err="1">
                <a:solidFill>
                  <a:schemeClr val="lt1"/>
                </a:solidFill>
              </a:rPr>
              <a:t>sobre</a:t>
            </a:r>
            <a:r>
              <a:rPr lang="en-US" sz="6000" dirty="0">
                <a:solidFill>
                  <a:schemeClr val="lt1"/>
                </a:solidFill>
              </a:rPr>
              <a:t> imagen)</a:t>
            </a:r>
            <a:endParaRPr dirty="0"/>
          </a:p>
        </p:txBody>
      </p:sp>
      <p:pic>
        <p:nvPicPr>
          <p:cNvPr id="7" name="Shape 358">
            <a:extLst>
              <a:ext uri="{FF2B5EF4-FFF2-40B4-BE49-F238E27FC236}">
                <a16:creationId xmlns:a16="http://schemas.microsoft.com/office/drawing/2014/main" id="{35EE22CD-1A64-4637-9CE4-AE7D39B051A4}"/>
              </a:ext>
            </a:extLst>
          </p:cNvPr>
          <p:cNvPicPr preferRelativeResize="0"/>
          <p:nvPr userDrawn="1"/>
        </p:nvPicPr>
        <p:blipFill>
          <a:blip r:embed="rId3">
            <a:alphaModFix/>
          </a:blip>
          <a:stretch>
            <a:fillRect/>
          </a:stretch>
        </p:blipFill>
        <p:spPr>
          <a:xfrm>
            <a:off x="10871479" y="319315"/>
            <a:ext cx="581860" cy="415925"/>
          </a:xfrm>
          <a:prstGeom prst="rect">
            <a:avLst/>
          </a:prstGeom>
          <a:noFill/>
          <a:ln>
            <a:noFill/>
          </a:ln>
        </p:spPr>
      </p:pic>
    </p:spTree>
    <p:extLst>
      <p:ext uri="{BB962C8B-B14F-4D97-AF65-F5344CB8AC3E}">
        <p14:creationId xmlns:p14="http://schemas.microsoft.com/office/powerpoint/2010/main" val="1795613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rgbClr val="73C1C7"/>
        </a:solidFill>
        <a:effectLst/>
      </p:bgPr>
    </p:bg>
    <p:spTree>
      <p:nvGrpSpPr>
        <p:cNvPr id="1" name=""/>
        <p:cNvGrpSpPr/>
        <p:nvPr/>
      </p:nvGrpSpPr>
      <p:grpSpPr>
        <a:xfrm>
          <a:off x="0" y="0"/>
          <a:ext cx="0" cy="0"/>
          <a:chOff x="0" y="0"/>
          <a:chExt cx="0" cy="0"/>
        </a:xfrm>
      </p:grpSpPr>
      <p:sp>
        <p:nvSpPr>
          <p:cNvPr id="3" name="Shape 363">
            <a:extLst>
              <a:ext uri="{FF2B5EF4-FFF2-40B4-BE49-F238E27FC236}">
                <a16:creationId xmlns:a16="http://schemas.microsoft.com/office/drawing/2014/main" id="{09FE8086-00FB-4F76-8A51-431EFFF108C9}"/>
              </a:ext>
            </a:extLst>
          </p:cNvPr>
          <p:cNvSpPr txBox="1">
            <a:spLocks noGrp="1"/>
          </p:cNvSpPr>
          <p:nvPr>
            <p:ph type="title"/>
          </p:nvPr>
        </p:nvSpPr>
        <p:spPr>
          <a:xfrm>
            <a:off x="1981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4000"/>
              <a:buFont typeface="Source Sans Pro Light"/>
              <a:buNone/>
            </a:pPr>
            <a:r>
              <a:rPr lang="en-US" sz="4000">
                <a:solidFill>
                  <a:schemeClr val="lt1"/>
                </a:solidFill>
              </a:rPr>
              <a:t>Algo infográfico</a:t>
            </a:r>
            <a:endParaRPr/>
          </a:p>
        </p:txBody>
      </p:sp>
      <p:sp>
        <p:nvSpPr>
          <p:cNvPr id="4" name="Shape 364">
            <a:extLst>
              <a:ext uri="{FF2B5EF4-FFF2-40B4-BE49-F238E27FC236}">
                <a16:creationId xmlns:a16="http://schemas.microsoft.com/office/drawing/2014/main" id="{4E01D912-8E69-482D-A192-5D8270DFEF3C}"/>
              </a:ext>
            </a:extLst>
          </p:cNvPr>
          <p:cNvSpPr txBox="1"/>
          <p:nvPr userDrawn="1"/>
        </p:nvSpPr>
        <p:spPr>
          <a:xfrm>
            <a:off x="2005012" y="1079500"/>
            <a:ext cx="8229600" cy="48577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Source Sans Pro Light"/>
              <a:buNone/>
            </a:pPr>
            <a:r>
              <a:rPr lang="en-US" sz="1800">
                <a:solidFill>
                  <a:schemeClr val="lt1"/>
                </a:solidFill>
                <a:latin typeface="Source Sans Pro Light"/>
                <a:ea typeface="Source Sans Pro Light"/>
                <a:cs typeface="Source Sans Pro Light"/>
                <a:sym typeface="Source Sans Pro Light"/>
              </a:rPr>
              <a:t>¿Algo vistoso resumiendo uno o varios servicios?</a:t>
            </a:r>
            <a:endParaRPr/>
          </a:p>
        </p:txBody>
      </p:sp>
      <p:sp>
        <p:nvSpPr>
          <p:cNvPr id="5" name="Shape 365">
            <a:extLst>
              <a:ext uri="{FF2B5EF4-FFF2-40B4-BE49-F238E27FC236}">
                <a16:creationId xmlns:a16="http://schemas.microsoft.com/office/drawing/2014/main" id="{0842B4BE-0EC4-4B61-82D8-1105F666FF08}"/>
              </a:ext>
            </a:extLst>
          </p:cNvPr>
          <p:cNvSpPr txBox="1">
            <a:spLocks noGrp="1"/>
          </p:cNvSpPr>
          <p:nvPr>
            <p:ph type="body" idx="1"/>
          </p:nvPr>
        </p:nvSpPr>
        <p:spPr>
          <a:xfrm>
            <a:off x="6891337" y="3124200"/>
            <a:ext cx="2449512" cy="746125"/>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lt1"/>
              </a:buClr>
              <a:buSzPts val="1100"/>
              <a:buFont typeface="Calibri"/>
              <a:buNone/>
            </a:pPr>
            <a:r>
              <a:rPr lang="en-US" sz="1100">
                <a:solidFill>
                  <a:schemeClr val="lt1"/>
                </a:solidFill>
              </a:rPr>
              <a:t>Lorem ipsum dolor sit amet, consectetur adipiscing elit. Donec id est aliquet, ullamcorper lorem nec, gravida.</a:t>
            </a:r>
            <a:endParaRPr>
              <a:solidFill>
                <a:srgbClr val="000000"/>
              </a:solidFill>
              <a:latin typeface="Arial"/>
              <a:ea typeface="Arial"/>
              <a:cs typeface="Arial"/>
              <a:sym typeface="Arial"/>
            </a:endParaRPr>
          </a:p>
          <a:p>
            <a:pPr marL="0" marR="0" lvl="0" indent="0" rtl="0">
              <a:lnSpc>
                <a:spcPct val="100000"/>
              </a:lnSpc>
              <a:spcBef>
                <a:spcPts val="0"/>
              </a:spcBef>
              <a:spcAft>
                <a:spcPts val="0"/>
              </a:spcAft>
              <a:buClr>
                <a:schemeClr val="lt1"/>
              </a:buClr>
              <a:buSzPts val="1100"/>
              <a:buFont typeface="Arial"/>
              <a:buNone/>
            </a:pPr>
            <a:endParaRPr sz="1100">
              <a:solidFill>
                <a:schemeClr val="lt1"/>
              </a:solidFill>
            </a:endParaRPr>
          </a:p>
        </p:txBody>
      </p:sp>
      <p:sp>
        <p:nvSpPr>
          <p:cNvPr id="6" name="Shape 366">
            <a:extLst>
              <a:ext uri="{FF2B5EF4-FFF2-40B4-BE49-F238E27FC236}">
                <a16:creationId xmlns:a16="http://schemas.microsoft.com/office/drawing/2014/main" id="{DCDE7DF0-245F-414C-91AA-2E2121A56558}"/>
              </a:ext>
            </a:extLst>
          </p:cNvPr>
          <p:cNvSpPr txBox="1"/>
          <p:nvPr userDrawn="1"/>
        </p:nvSpPr>
        <p:spPr>
          <a:xfrm>
            <a:off x="6870700" y="2622550"/>
            <a:ext cx="2884487" cy="5889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2800"/>
              <a:buFont typeface="Source Sans Pro Light"/>
              <a:buNone/>
            </a:pPr>
            <a:r>
              <a:rPr lang="en-US" sz="2800">
                <a:solidFill>
                  <a:schemeClr val="lt1"/>
                </a:solidFill>
                <a:latin typeface="Source Sans Pro Light"/>
                <a:ea typeface="Source Sans Pro Light"/>
                <a:cs typeface="Source Sans Pro Light"/>
                <a:sym typeface="Source Sans Pro Light"/>
              </a:rPr>
              <a:t>Lorem ipsum</a:t>
            </a:r>
            <a:endParaRPr/>
          </a:p>
        </p:txBody>
      </p:sp>
      <p:cxnSp>
        <p:nvCxnSpPr>
          <p:cNvPr id="7" name="Shape 367">
            <a:extLst>
              <a:ext uri="{FF2B5EF4-FFF2-40B4-BE49-F238E27FC236}">
                <a16:creationId xmlns:a16="http://schemas.microsoft.com/office/drawing/2014/main" id="{E3C90349-1F7E-4559-BAFD-E7E1933DA6E5}"/>
              </a:ext>
            </a:extLst>
          </p:cNvPr>
          <p:cNvCxnSpPr/>
          <p:nvPr userDrawn="1"/>
        </p:nvCxnSpPr>
        <p:spPr>
          <a:xfrm>
            <a:off x="6096000" y="1962150"/>
            <a:ext cx="0" cy="1082675"/>
          </a:xfrm>
          <a:prstGeom prst="straightConnector1">
            <a:avLst/>
          </a:prstGeom>
          <a:noFill/>
          <a:ln w="9525" cap="flat" cmpd="sng">
            <a:solidFill>
              <a:schemeClr val="lt1"/>
            </a:solidFill>
            <a:prstDash val="solid"/>
            <a:miter lim="800000"/>
            <a:headEnd type="oval" w="med" len="med"/>
            <a:tailEnd type="oval" w="med" len="med"/>
          </a:ln>
        </p:spPr>
      </p:cxnSp>
      <p:cxnSp>
        <p:nvCxnSpPr>
          <p:cNvPr id="8" name="Shape 368">
            <a:extLst>
              <a:ext uri="{FF2B5EF4-FFF2-40B4-BE49-F238E27FC236}">
                <a16:creationId xmlns:a16="http://schemas.microsoft.com/office/drawing/2014/main" id="{CA00FBC5-4E49-4754-AAD8-1AAEB2A7BF20}"/>
              </a:ext>
            </a:extLst>
          </p:cNvPr>
          <p:cNvCxnSpPr/>
          <p:nvPr userDrawn="1"/>
        </p:nvCxnSpPr>
        <p:spPr>
          <a:xfrm>
            <a:off x="6096000" y="4676775"/>
            <a:ext cx="0" cy="2181225"/>
          </a:xfrm>
          <a:prstGeom prst="straightConnector1">
            <a:avLst/>
          </a:prstGeom>
          <a:noFill/>
          <a:ln w="9525" cap="flat" cmpd="sng">
            <a:solidFill>
              <a:schemeClr val="lt1"/>
            </a:solidFill>
            <a:prstDash val="solid"/>
            <a:miter lim="800000"/>
            <a:headEnd type="oval" w="med" len="med"/>
            <a:tailEnd type="none" w="med" len="med"/>
          </a:ln>
        </p:spPr>
      </p:cxnSp>
      <p:sp>
        <p:nvSpPr>
          <p:cNvPr id="9" name="Shape 369">
            <a:extLst>
              <a:ext uri="{FF2B5EF4-FFF2-40B4-BE49-F238E27FC236}">
                <a16:creationId xmlns:a16="http://schemas.microsoft.com/office/drawing/2014/main" id="{96CCD84A-DCA4-4306-98C5-B8E702481B90}"/>
              </a:ext>
            </a:extLst>
          </p:cNvPr>
          <p:cNvSpPr/>
          <p:nvPr userDrawn="1"/>
        </p:nvSpPr>
        <p:spPr>
          <a:xfrm>
            <a:off x="5708650" y="3314700"/>
            <a:ext cx="774700" cy="1060450"/>
          </a:xfrm>
          <a:custGeom>
            <a:avLst/>
            <a:gdLst/>
            <a:ahLst/>
            <a:cxnLst/>
            <a:rect l="0" t="0" r="0" b="0"/>
            <a:pathLst>
              <a:path w="293" h="400" extrusionOk="0">
                <a:moveTo>
                  <a:pt x="90" y="383"/>
                </a:moveTo>
                <a:cubicBezTo>
                  <a:pt x="106" y="393"/>
                  <a:pt x="125" y="400"/>
                  <a:pt x="147" y="400"/>
                </a:cubicBezTo>
                <a:cubicBezTo>
                  <a:pt x="169" y="400"/>
                  <a:pt x="187" y="393"/>
                  <a:pt x="203" y="383"/>
                </a:cubicBezTo>
                <a:cubicBezTo>
                  <a:pt x="203" y="342"/>
                  <a:pt x="203" y="342"/>
                  <a:pt x="203" y="342"/>
                </a:cubicBezTo>
                <a:cubicBezTo>
                  <a:pt x="90" y="342"/>
                  <a:pt x="90" y="342"/>
                  <a:pt x="90" y="342"/>
                </a:cubicBezTo>
                <a:lnTo>
                  <a:pt x="90" y="383"/>
                </a:lnTo>
                <a:close/>
                <a:moveTo>
                  <a:pt x="201" y="318"/>
                </a:moveTo>
                <a:cubicBezTo>
                  <a:pt x="201" y="231"/>
                  <a:pt x="293" y="203"/>
                  <a:pt x="286" y="116"/>
                </a:cubicBezTo>
                <a:cubicBezTo>
                  <a:pt x="282" y="61"/>
                  <a:pt x="245" y="0"/>
                  <a:pt x="147" y="0"/>
                </a:cubicBezTo>
                <a:cubicBezTo>
                  <a:pt x="49" y="0"/>
                  <a:pt x="12" y="61"/>
                  <a:pt x="7" y="116"/>
                </a:cubicBezTo>
                <a:cubicBezTo>
                  <a:pt x="0" y="203"/>
                  <a:pt x="93" y="231"/>
                  <a:pt x="93" y="318"/>
                </a:cubicBezTo>
                <a:lnTo>
                  <a:pt x="201" y="318"/>
                </a:lnTo>
                <a:close/>
                <a:moveTo>
                  <a:pt x="50" y="119"/>
                </a:moveTo>
                <a:cubicBezTo>
                  <a:pt x="54" y="67"/>
                  <a:pt x="89" y="41"/>
                  <a:pt x="147" y="41"/>
                </a:cubicBezTo>
                <a:cubicBezTo>
                  <a:pt x="204" y="41"/>
                  <a:pt x="240" y="67"/>
                  <a:pt x="244" y="119"/>
                </a:cubicBezTo>
                <a:cubicBezTo>
                  <a:pt x="246" y="148"/>
                  <a:pt x="230" y="167"/>
                  <a:pt x="208" y="198"/>
                </a:cubicBezTo>
                <a:cubicBezTo>
                  <a:pt x="192" y="221"/>
                  <a:pt x="172" y="248"/>
                  <a:pt x="163" y="283"/>
                </a:cubicBezTo>
                <a:cubicBezTo>
                  <a:pt x="130" y="283"/>
                  <a:pt x="130" y="283"/>
                  <a:pt x="130" y="283"/>
                </a:cubicBezTo>
                <a:cubicBezTo>
                  <a:pt x="121" y="248"/>
                  <a:pt x="102" y="221"/>
                  <a:pt x="86" y="198"/>
                </a:cubicBezTo>
                <a:cubicBezTo>
                  <a:pt x="64" y="167"/>
                  <a:pt x="47" y="148"/>
                  <a:pt x="50" y="119"/>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 name="Shape 370">
            <a:extLst>
              <a:ext uri="{FF2B5EF4-FFF2-40B4-BE49-F238E27FC236}">
                <a16:creationId xmlns:a16="http://schemas.microsoft.com/office/drawing/2014/main" id="{9E9A37FA-C124-449F-88A6-45E6ABA65DCB}"/>
              </a:ext>
            </a:extLst>
          </p:cNvPr>
          <p:cNvSpPr txBox="1"/>
          <p:nvPr userDrawn="1"/>
        </p:nvSpPr>
        <p:spPr>
          <a:xfrm>
            <a:off x="2855912" y="4411662"/>
            <a:ext cx="2449512" cy="746125"/>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1"/>
              </a:buClr>
              <a:buSzPts val="1100"/>
              <a:buFont typeface="Calibri"/>
              <a:buNone/>
            </a:pPr>
            <a:r>
              <a:rPr lang="en-US" sz="1100">
                <a:solidFill>
                  <a:schemeClr val="lt1"/>
                </a:solidFill>
                <a:latin typeface="Calibri"/>
                <a:ea typeface="Calibri"/>
                <a:cs typeface="Calibri"/>
                <a:sym typeface="Calibri"/>
              </a:rPr>
              <a:t>Lorem ipsum dolor sit amet, consectetur adipiscing elit. Donec id est aliquet, ullamcorper lorem nec, gravida.</a:t>
            </a:r>
            <a:endParaRPr/>
          </a:p>
        </p:txBody>
      </p:sp>
      <p:sp>
        <p:nvSpPr>
          <p:cNvPr id="11" name="Shape 371">
            <a:extLst>
              <a:ext uri="{FF2B5EF4-FFF2-40B4-BE49-F238E27FC236}">
                <a16:creationId xmlns:a16="http://schemas.microsoft.com/office/drawing/2014/main" id="{4CBC93BE-41A3-44DE-BE5E-DA456420A479}"/>
              </a:ext>
            </a:extLst>
          </p:cNvPr>
          <p:cNvSpPr txBox="1"/>
          <p:nvPr userDrawn="1"/>
        </p:nvSpPr>
        <p:spPr>
          <a:xfrm>
            <a:off x="2420937" y="3910012"/>
            <a:ext cx="2884487" cy="588962"/>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2800"/>
              <a:buFont typeface="Source Sans Pro Light"/>
              <a:buNone/>
            </a:pPr>
            <a:r>
              <a:rPr lang="en-US" sz="2800">
                <a:solidFill>
                  <a:schemeClr val="lt1"/>
                </a:solidFill>
                <a:latin typeface="Source Sans Pro Light"/>
                <a:ea typeface="Source Sans Pro Light"/>
                <a:cs typeface="Source Sans Pro Light"/>
                <a:sym typeface="Source Sans Pro Light"/>
              </a:rPr>
              <a:t>Lorem ipsum</a:t>
            </a:r>
            <a:endParaRPr/>
          </a:p>
        </p:txBody>
      </p:sp>
      <p:pic>
        <p:nvPicPr>
          <p:cNvPr id="12" name="Shape 372">
            <a:extLst>
              <a:ext uri="{FF2B5EF4-FFF2-40B4-BE49-F238E27FC236}">
                <a16:creationId xmlns:a16="http://schemas.microsoft.com/office/drawing/2014/main" id="{48E61E5D-D244-4668-ABB2-7629B64FBCAF}"/>
              </a:ext>
            </a:extLst>
          </p:cNvPr>
          <p:cNvPicPr preferRelativeResize="0"/>
          <p:nvPr userDrawn="1"/>
        </p:nvPicPr>
        <p:blipFill>
          <a:blip r:embed="rId2">
            <a:alphaModFix/>
          </a:blip>
          <a:stretch>
            <a:fillRect/>
          </a:stretch>
        </p:blipFill>
        <p:spPr>
          <a:xfrm>
            <a:off x="11379479" y="190725"/>
            <a:ext cx="581860" cy="415925"/>
          </a:xfrm>
          <a:prstGeom prst="rect">
            <a:avLst/>
          </a:prstGeom>
          <a:noFill/>
          <a:ln>
            <a:noFill/>
          </a:ln>
        </p:spPr>
      </p:pic>
    </p:spTree>
    <p:extLst>
      <p:ext uri="{BB962C8B-B14F-4D97-AF65-F5344CB8AC3E}">
        <p14:creationId xmlns:p14="http://schemas.microsoft.com/office/powerpoint/2010/main" val="178466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rgbClr val="7FD6DD"/>
        </a:solidFill>
        <a:effectLst/>
      </p:bgPr>
    </p:bg>
    <p:spTree>
      <p:nvGrpSpPr>
        <p:cNvPr id="1" name=""/>
        <p:cNvGrpSpPr/>
        <p:nvPr/>
      </p:nvGrpSpPr>
      <p:grpSpPr>
        <a:xfrm>
          <a:off x="0" y="0"/>
          <a:ext cx="0" cy="0"/>
          <a:chOff x="0" y="0"/>
          <a:chExt cx="0" cy="0"/>
        </a:xfrm>
      </p:grpSpPr>
      <p:sp>
        <p:nvSpPr>
          <p:cNvPr id="3" name="Shape 377">
            <a:extLst>
              <a:ext uri="{FF2B5EF4-FFF2-40B4-BE49-F238E27FC236}">
                <a16:creationId xmlns:a16="http://schemas.microsoft.com/office/drawing/2014/main" id="{25FB589B-7466-44B8-90D8-2546685438BA}"/>
              </a:ext>
            </a:extLst>
          </p:cNvPr>
          <p:cNvSpPr txBox="1">
            <a:spLocks noGrp="1"/>
          </p:cNvSpPr>
          <p:nvPr>
            <p:ph type="body" idx="1"/>
          </p:nvPr>
        </p:nvSpPr>
        <p:spPr>
          <a:xfrm>
            <a:off x="6891337" y="1594074"/>
            <a:ext cx="2733675" cy="2033587"/>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Clr>
                <a:schemeClr val="lt1"/>
              </a:buClr>
              <a:buSzPts val="1100"/>
              <a:buFont typeface="Arial"/>
              <a:buNone/>
            </a:pPr>
            <a:r>
              <a:rPr lang="en-US" sz="1100">
                <a:solidFill>
                  <a:schemeClr val="lt1"/>
                </a:solidFill>
              </a:rPr>
              <a:t>Lorem ipsum dolor sit amet, consectetur adipiscing elit. Donec id est aliquet, ullamcorper lorem nec, gravida.</a:t>
            </a:r>
            <a:endParaRPr>
              <a:solidFill>
                <a:srgbClr val="000000"/>
              </a:solidFill>
              <a:latin typeface="Arial"/>
              <a:ea typeface="Arial"/>
              <a:cs typeface="Arial"/>
              <a:sym typeface="Arial"/>
            </a:endParaRPr>
          </a:p>
          <a:p>
            <a:pPr marL="0" marR="0" lvl="0" indent="0" rtl="0">
              <a:lnSpc>
                <a:spcPct val="100000"/>
              </a:lnSpc>
              <a:spcBef>
                <a:spcPts val="0"/>
              </a:spcBef>
              <a:spcAft>
                <a:spcPts val="0"/>
              </a:spcAft>
              <a:buClr>
                <a:schemeClr val="lt1"/>
              </a:buClr>
              <a:buSzPts val="1100"/>
              <a:buFont typeface="Arial"/>
              <a:buNone/>
            </a:pPr>
            <a:endParaRPr sz="1100">
              <a:solidFill>
                <a:schemeClr val="lt1"/>
              </a:solidFill>
            </a:endParaRPr>
          </a:p>
          <a:p>
            <a:pPr marL="0" marR="0" lvl="0" indent="0" rtl="0">
              <a:lnSpc>
                <a:spcPct val="100000"/>
              </a:lnSpc>
              <a:spcBef>
                <a:spcPts val="220"/>
              </a:spcBef>
              <a:spcAft>
                <a:spcPts val="0"/>
              </a:spcAft>
              <a:buClr>
                <a:srgbClr val="A5A5A5"/>
              </a:buClr>
              <a:buSzPts val="1100"/>
              <a:buFont typeface="Arial"/>
              <a:buNone/>
            </a:pPr>
            <a:endParaRPr sz="1100" b="0" i="0" u="none">
              <a:solidFill>
                <a:schemeClr val="lt1"/>
              </a:solidFill>
              <a:latin typeface="Calibri"/>
              <a:ea typeface="Calibri"/>
              <a:cs typeface="Calibri"/>
              <a:sym typeface="Calibri"/>
            </a:endParaRPr>
          </a:p>
          <a:p>
            <a:pPr marL="0" lvl="0" indent="0" rtl="0">
              <a:spcBef>
                <a:spcPts val="0"/>
              </a:spcBef>
              <a:spcAft>
                <a:spcPts val="0"/>
              </a:spcAft>
              <a:buClr>
                <a:schemeClr val="lt1"/>
              </a:buClr>
              <a:buSzPts val="1100"/>
              <a:buFont typeface="Calibri"/>
              <a:buNone/>
            </a:pPr>
            <a:r>
              <a:rPr lang="en-US" sz="1100">
                <a:solidFill>
                  <a:schemeClr val="lt1"/>
                </a:solidFill>
              </a:rPr>
              <a:t>Lorem ipsum dolor sit amet, consectetur adipiscing elit. Donec id est aliquet, ullamcorper lorem nec, gravida.</a:t>
            </a:r>
            <a:endParaRPr>
              <a:solidFill>
                <a:srgbClr val="000000"/>
              </a:solidFill>
              <a:latin typeface="Arial"/>
              <a:ea typeface="Arial"/>
              <a:cs typeface="Arial"/>
              <a:sym typeface="Arial"/>
            </a:endParaRPr>
          </a:p>
          <a:p>
            <a:pPr marL="0" marR="0" lvl="0" indent="0" rtl="0">
              <a:lnSpc>
                <a:spcPct val="100000"/>
              </a:lnSpc>
              <a:spcBef>
                <a:spcPts val="220"/>
              </a:spcBef>
              <a:spcAft>
                <a:spcPts val="0"/>
              </a:spcAft>
              <a:buClr>
                <a:schemeClr val="lt1"/>
              </a:buClr>
              <a:buSzPts val="1100"/>
              <a:buFont typeface="Arial"/>
              <a:buNone/>
            </a:pPr>
            <a:endParaRPr sz="1100">
              <a:solidFill>
                <a:schemeClr val="lt1"/>
              </a:solidFill>
            </a:endParaRPr>
          </a:p>
        </p:txBody>
      </p:sp>
      <p:sp>
        <p:nvSpPr>
          <p:cNvPr id="4" name="Shape 378">
            <a:extLst>
              <a:ext uri="{FF2B5EF4-FFF2-40B4-BE49-F238E27FC236}">
                <a16:creationId xmlns:a16="http://schemas.microsoft.com/office/drawing/2014/main" id="{AE9FC434-86BF-4B6A-98EA-898D324D543A}"/>
              </a:ext>
            </a:extLst>
          </p:cNvPr>
          <p:cNvSpPr txBox="1"/>
          <p:nvPr userDrawn="1"/>
        </p:nvSpPr>
        <p:spPr>
          <a:xfrm>
            <a:off x="6870700" y="1094012"/>
            <a:ext cx="2884487" cy="5889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2800"/>
              <a:buFont typeface="Source Sans Pro Light"/>
              <a:buNone/>
            </a:pPr>
            <a:r>
              <a:rPr lang="en-US" sz="2800">
                <a:solidFill>
                  <a:schemeClr val="lt1"/>
                </a:solidFill>
                <a:latin typeface="Source Sans Pro Light"/>
                <a:ea typeface="Source Sans Pro Light"/>
                <a:cs typeface="Source Sans Pro Light"/>
                <a:sym typeface="Source Sans Pro Light"/>
              </a:rPr>
              <a:t>Lorem Ipsum</a:t>
            </a:r>
            <a:endParaRPr/>
          </a:p>
        </p:txBody>
      </p:sp>
      <p:cxnSp>
        <p:nvCxnSpPr>
          <p:cNvPr id="5" name="Shape 379">
            <a:extLst>
              <a:ext uri="{FF2B5EF4-FFF2-40B4-BE49-F238E27FC236}">
                <a16:creationId xmlns:a16="http://schemas.microsoft.com/office/drawing/2014/main" id="{E0CAA68A-0317-4454-AB82-6487F718BFB7}"/>
              </a:ext>
            </a:extLst>
          </p:cNvPr>
          <p:cNvCxnSpPr/>
          <p:nvPr userDrawn="1"/>
        </p:nvCxnSpPr>
        <p:spPr>
          <a:xfrm>
            <a:off x="6096000" y="65312"/>
            <a:ext cx="0" cy="1082675"/>
          </a:xfrm>
          <a:prstGeom prst="straightConnector1">
            <a:avLst/>
          </a:prstGeom>
          <a:noFill/>
          <a:ln w="9525" cap="flat" cmpd="sng">
            <a:solidFill>
              <a:schemeClr val="lt1"/>
            </a:solidFill>
            <a:prstDash val="solid"/>
            <a:miter lim="800000"/>
            <a:headEnd type="none" w="med" len="med"/>
            <a:tailEnd type="oval" w="med" len="med"/>
          </a:ln>
        </p:spPr>
      </p:cxnSp>
      <p:cxnSp>
        <p:nvCxnSpPr>
          <p:cNvPr id="6" name="Shape 380">
            <a:extLst>
              <a:ext uri="{FF2B5EF4-FFF2-40B4-BE49-F238E27FC236}">
                <a16:creationId xmlns:a16="http://schemas.microsoft.com/office/drawing/2014/main" id="{0F48FEA7-5D83-4E2F-80D2-787C988C49D9}"/>
              </a:ext>
            </a:extLst>
          </p:cNvPr>
          <p:cNvCxnSpPr/>
          <p:nvPr userDrawn="1"/>
        </p:nvCxnSpPr>
        <p:spPr>
          <a:xfrm>
            <a:off x="6096000" y="2821212"/>
            <a:ext cx="0" cy="1249362"/>
          </a:xfrm>
          <a:prstGeom prst="straightConnector1">
            <a:avLst/>
          </a:prstGeom>
          <a:noFill/>
          <a:ln w="9525" cap="flat" cmpd="sng">
            <a:solidFill>
              <a:schemeClr val="lt1"/>
            </a:solidFill>
            <a:prstDash val="solid"/>
            <a:miter lim="800000"/>
            <a:headEnd type="oval" w="med" len="med"/>
            <a:tailEnd type="oval" w="med" len="med"/>
          </a:ln>
        </p:spPr>
      </p:cxnSp>
      <p:sp>
        <p:nvSpPr>
          <p:cNvPr id="7" name="Shape 381">
            <a:extLst>
              <a:ext uri="{FF2B5EF4-FFF2-40B4-BE49-F238E27FC236}">
                <a16:creationId xmlns:a16="http://schemas.microsoft.com/office/drawing/2014/main" id="{67AF573C-3920-40ED-8D39-CB4110151AEA}"/>
              </a:ext>
            </a:extLst>
          </p:cNvPr>
          <p:cNvSpPr txBox="1"/>
          <p:nvPr userDrawn="1"/>
        </p:nvSpPr>
        <p:spPr>
          <a:xfrm>
            <a:off x="2420937" y="4502374"/>
            <a:ext cx="2884487" cy="746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lt1"/>
              </a:buClr>
              <a:buSzPts val="1100"/>
              <a:buFont typeface="Calibri"/>
              <a:buNone/>
            </a:pPr>
            <a:r>
              <a:rPr lang="en-US" sz="1100">
                <a:solidFill>
                  <a:schemeClr val="lt1"/>
                </a:solidFill>
                <a:latin typeface="Calibri"/>
                <a:ea typeface="Calibri"/>
                <a:cs typeface="Calibri"/>
                <a:sym typeface="Calibri"/>
              </a:rPr>
              <a:t>Lorem ipsum dolor sit amet, consectetur adipiscing elit. Donec id est aliquet, ullamcorper lorem nec, gravida.</a:t>
            </a:r>
            <a:endParaRPr sz="1100">
              <a:solidFill>
                <a:schemeClr val="lt1"/>
              </a:solidFill>
              <a:latin typeface="Calibri"/>
              <a:ea typeface="Calibri"/>
              <a:cs typeface="Calibri"/>
              <a:sym typeface="Calibri"/>
            </a:endParaRPr>
          </a:p>
        </p:txBody>
      </p:sp>
      <p:sp>
        <p:nvSpPr>
          <p:cNvPr id="8" name="Shape 382">
            <a:extLst>
              <a:ext uri="{FF2B5EF4-FFF2-40B4-BE49-F238E27FC236}">
                <a16:creationId xmlns:a16="http://schemas.microsoft.com/office/drawing/2014/main" id="{C62E6294-5FC8-4AB2-9055-B1105EE727C3}"/>
              </a:ext>
            </a:extLst>
          </p:cNvPr>
          <p:cNvSpPr txBox="1"/>
          <p:nvPr userDrawn="1"/>
        </p:nvSpPr>
        <p:spPr>
          <a:xfrm>
            <a:off x="2420937" y="4002312"/>
            <a:ext cx="2884487" cy="58737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2800"/>
              <a:buFont typeface="Source Sans Pro Light"/>
              <a:buNone/>
            </a:pPr>
            <a:r>
              <a:rPr lang="en-US" sz="2800">
                <a:solidFill>
                  <a:schemeClr val="lt1"/>
                </a:solidFill>
                <a:latin typeface="Source Sans Pro Light"/>
                <a:ea typeface="Source Sans Pro Light"/>
                <a:cs typeface="Source Sans Pro Light"/>
                <a:sym typeface="Source Sans Pro Light"/>
              </a:rPr>
              <a:t>Lorem Ipsum</a:t>
            </a:r>
            <a:endParaRPr/>
          </a:p>
        </p:txBody>
      </p:sp>
      <p:sp>
        <p:nvSpPr>
          <p:cNvPr id="9" name="Shape 383">
            <a:extLst>
              <a:ext uri="{FF2B5EF4-FFF2-40B4-BE49-F238E27FC236}">
                <a16:creationId xmlns:a16="http://schemas.microsoft.com/office/drawing/2014/main" id="{D0519907-2794-411C-A934-722C8822B760}"/>
              </a:ext>
            </a:extLst>
          </p:cNvPr>
          <p:cNvSpPr/>
          <p:nvPr userDrawn="1"/>
        </p:nvSpPr>
        <p:spPr>
          <a:xfrm>
            <a:off x="5600700" y="1514699"/>
            <a:ext cx="990600" cy="993775"/>
          </a:xfrm>
          <a:custGeom>
            <a:avLst/>
            <a:gdLst/>
            <a:ahLst/>
            <a:cxnLst/>
            <a:rect l="0" t="0" r="0" b="0"/>
            <a:pathLst>
              <a:path w="320" h="320" extrusionOk="0">
                <a:moveTo>
                  <a:pt x="280" y="0"/>
                </a:moveTo>
                <a:cubicBezTo>
                  <a:pt x="119" y="0"/>
                  <a:pt x="119" y="0"/>
                  <a:pt x="119" y="0"/>
                </a:cubicBezTo>
                <a:cubicBezTo>
                  <a:pt x="97" y="0"/>
                  <a:pt x="80" y="17"/>
                  <a:pt x="80" y="39"/>
                </a:cubicBezTo>
                <a:cubicBezTo>
                  <a:pt x="80" y="200"/>
                  <a:pt x="80" y="200"/>
                  <a:pt x="80" y="200"/>
                </a:cubicBezTo>
                <a:cubicBezTo>
                  <a:pt x="80" y="222"/>
                  <a:pt x="98" y="240"/>
                  <a:pt x="120" y="240"/>
                </a:cubicBezTo>
                <a:cubicBezTo>
                  <a:pt x="280" y="240"/>
                  <a:pt x="280" y="240"/>
                  <a:pt x="280" y="240"/>
                </a:cubicBezTo>
                <a:cubicBezTo>
                  <a:pt x="302" y="240"/>
                  <a:pt x="320" y="222"/>
                  <a:pt x="320" y="200"/>
                </a:cubicBezTo>
                <a:cubicBezTo>
                  <a:pt x="320" y="40"/>
                  <a:pt x="320" y="40"/>
                  <a:pt x="320" y="40"/>
                </a:cubicBezTo>
                <a:cubicBezTo>
                  <a:pt x="320" y="18"/>
                  <a:pt x="302" y="0"/>
                  <a:pt x="280" y="0"/>
                </a:cubicBezTo>
                <a:close/>
                <a:moveTo>
                  <a:pt x="280" y="200"/>
                </a:moveTo>
                <a:cubicBezTo>
                  <a:pt x="120" y="200"/>
                  <a:pt x="120" y="200"/>
                  <a:pt x="120" y="200"/>
                </a:cubicBezTo>
                <a:cubicBezTo>
                  <a:pt x="120" y="40"/>
                  <a:pt x="120" y="40"/>
                  <a:pt x="120" y="40"/>
                </a:cubicBezTo>
                <a:cubicBezTo>
                  <a:pt x="280" y="40"/>
                  <a:pt x="280" y="40"/>
                  <a:pt x="280" y="40"/>
                </a:cubicBezTo>
                <a:lnTo>
                  <a:pt x="280" y="200"/>
                </a:lnTo>
                <a:close/>
                <a:moveTo>
                  <a:pt x="40" y="160"/>
                </a:moveTo>
                <a:cubicBezTo>
                  <a:pt x="0" y="160"/>
                  <a:pt x="0" y="160"/>
                  <a:pt x="0" y="160"/>
                </a:cubicBezTo>
                <a:cubicBezTo>
                  <a:pt x="0" y="280"/>
                  <a:pt x="0" y="280"/>
                  <a:pt x="0" y="280"/>
                </a:cubicBezTo>
                <a:cubicBezTo>
                  <a:pt x="0" y="302"/>
                  <a:pt x="18" y="320"/>
                  <a:pt x="40" y="320"/>
                </a:cubicBezTo>
                <a:cubicBezTo>
                  <a:pt x="160" y="320"/>
                  <a:pt x="160" y="320"/>
                  <a:pt x="160" y="320"/>
                </a:cubicBezTo>
                <a:cubicBezTo>
                  <a:pt x="160" y="280"/>
                  <a:pt x="160" y="280"/>
                  <a:pt x="160" y="280"/>
                </a:cubicBezTo>
                <a:cubicBezTo>
                  <a:pt x="40" y="280"/>
                  <a:pt x="40" y="280"/>
                  <a:pt x="40" y="280"/>
                </a:cubicBezTo>
                <a:lnTo>
                  <a:pt x="40" y="16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sp>
        <p:nvSpPr>
          <p:cNvPr id="10" name="Shape 384">
            <a:extLst>
              <a:ext uri="{FF2B5EF4-FFF2-40B4-BE49-F238E27FC236}">
                <a16:creationId xmlns:a16="http://schemas.microsoft.com/office/drawing/2014/main" id="{B5EB8F21-13C7-44D2-B509-F220E079E816}"/>
              </a:ext>
            </a:extLst>
          </p:cNvPr>
          <p:cNvSpPr/>
          <p:nvPr userDrawn="1"/>
        </p:nvSpPr>
        <p:spPr>
          <a:xfrm>
            <a:off x="5538787" y="4324574"/>
            <a:ext cx="1114425" cy="993775"/>
          </a:xfrm>
          <a:custGeom>
            <a:avLst/>
            <a:gdLst/>
            <a:ahLst/>
            <a:cxnLst/>
            <a:rect l="0" t="0" r="0" b="0"/>
            <a:pathLst>
              <a:path w="401" h="357" extrusionOk="0">
                <a:moveTo>
                  <a:pt x="62" y="116"/>
                </a:moveTo>
                <a:cubicBezTo>
                  <a:pt x="81" y="101"/>
                  <a:pt x="97" y="111"/>
                  <a:pt x="117" y="135"/>
                </a:cubicBezTo>
                <a:cubicBezTo>
                  <a:pt x="120" y="138"/>
                  <a:pt x="123" y="135"/>
                  <a:pt x="124" y="133"/>
                </a:cubicBezTo>
                <a:cubicBezTo>
                  <a:pt x="126" y="132"/>
                  <a:pt x="154" y="107"/>
                  <a:pt x="155" y="106"/>
                </a:cubicBezTo>
                <a:cubicBezTo>
                  <a:pt x="156" y="105"/>
                  <a:pt x="158" y="102"/>
                  <a:pt x="156" y="100"/>
                </a:cubicBezTo>
                <a:cubicBezTo>
                  <a:pt x="154" y="98"/>
                  <a:pt x="146" y="88"/>
                  <a:pt x="141" y="81"/>
                </a:cubicBezTo>
                <a:cubicBezTo>
                  <a:pt x="105" y="34"/>
                  <a:pt x="240" y="2"/>
                  <a:pt x="219" y="1"/>
                </a:cubicBezTo>
                <a:cubicBezTo>
                  <a:pt x="208" y="1"/>
                  <a:pt x="166" y="0"/>
                  <a:pt x="160" y="1"/>
                </a:cubicBezTo>
                <a:cubicBezTo>
                  <a:pt x="134" y="4"/>
                  <a:pt x="102" y="28"/>
                  <a:pt x="86" y="39"/>
                </a:cubicBezTo>
                <a:cubicBezTo>
                  <a:pt x="64" y="53"/>
                  <a:pt x="57" y="62"/>
                  <a:pt x="55" y="63"/>
                </a:cubicBezTo>
                <a:cubicBezTo>
                  <a:pt x="49" y="68"/>
                  <a:pt x="54" y="80"/>
                  <a:pt x="43" y="90"/>
                </a:cubicBezTo>
                <a:cubicBezTo>
                  <a:pt x="32" y="100"/>
                  <a:pt x="25" y="92"/>
                  <a:pt x="18" y="98"/>
                </a:cubicBezTo>
                <a:cubicBezTo>
                  <a:pt x="15" y="101"/>
                  <a:pt x="5" y="108"/>
                  <a:pt x="3" y="110"/>
                </a:cubicBezTo>
                <a:cubicBezTo>
                  <a:pt x="0" y="113"/>
                  <a:pt x="0" y="117"/>
                  <a:pt x="2" y="120"/>
                </a:cubicBezTo>
                <a:cubicBezTo>
                  <a:pt x="2" y="120"/>
                  <a:pt x="28" y="148"/>
                  <a:pt x="30" y="150"/>
                </a:cubicBezTo>
                <a:cubicBezTo>
                  <a:pt x="32" y="153"/>
                  <a:pt x="38" y="155"/>
                  <a:pt x="41" y="152"/>
                </a:cubicBezTo>
                <a:cubicBezTo>
                  <a:pt x="45" y="149"/>
                  <a:pt x="54" y="141"/>
                  <a:pt x="55" y="139"/>
                </a:cubicBezTo>
                <a:cubicBezTo>
                  <a:pt x="57" y="138"/>
                  <a:pt x="54" y="122"/>
                  <a:pt x="62" y="116"/>
                </a:cubicBezTo>
                <a:close/>
                <a:moveTo>
                  <a:pt x="177" y="126"/>
                </a:moveTo>
                <a:cubicBezTo>
                  <a:pt x="174" y="123"/>
                  <a:pt x="171" y="123"/>
                  <a:pt x="169" y="125"/>
                </a:cubicBezTo>
                <a:cubicBezTo>
                  <a:pt x="140" y="150"/>
                  <a:pt x="140" y="150"/>
                  <a:pt x="140" y="150"/>
                </a:cubicBezTo>
                <a:cubicBezTo>
                  <a:pt x="138" y="152"/>
                  <a:pt x="137" y="156"/>
                  <a:pt x="139" y="158"/>
                </a:cubicBezTo>
                <a:cubicBezTo>
                  <a:pt x="305" y="347"/>
                  <a:pt x="305" y="347"/>
                  <a:pt x="305" y="347"/>
                </a:cubicBezTo>
                <a:cubicBezTo>
                  <a:pt x="309" y="352"/>
                  <a:pt x="316" y="352"/>
                  <a:pt x="320" y="348"/>
                </a:cubicBezTo>
                <a:cubicBezTo>
                  <a:pt x="340" y="332"/>
                  <a:pt x="340" y="332"/>
                  <a:pt x="340" y="332"/>
                </a:cubicBezTo>
                <a:cubicBezTo>
                  <a:pt x="344" y="328"/>
                  <a:pt x="345" y="321"/>
                  <a:pt x="341" y="317"/>
                </a:cubicBezTo>
                <a:lnTo>
                  <a:pt x="177" y="126"/>
                </a:lnTo>
                <a:close/>
                <a:moveTo>
                  <a:pt x="398" y="46"/>
                </a:moveTo>
                <a:cubicBezTo>
                  <a:pt x="396" y="36"/>
                  <a:pt x="391" y="38"/>
                  <a:pt x="389" y="42"/>
                </a:cubicBezTo>
                <a:cubicBezTo>
                  <a:pt x="386" y="46"/>
                  <a:pt x="374" y="64"/>
                  <a:pt x="369" y="72"/>
                </a:cubicBezTo>
                <a:cubicBezTo>
                  <a:pt x="364" y="80"/>
                  <a:pt x="353" y="96"/>
                  <a:pt x="331" y="80"/>
                </a:cubicBezTo>
                <a:cubicBezTo>
                  <a:pt x="308" y="64"/>
                  <a:pt x="316" y="53"/>
                  <a:pt x="320" y="45"/>
                </a:cubicBezTo>
                <a:cubicBezTo>
                  <a:pt x="324" y="38"/>
                  <a:pt x="336" y="16"/>
                  <a:pt x="338" y="13"/>
                </a:cubicBezTo>
                <a:cubicBezTo>
                  <a:pt x="340" y="11"/>
                  <a:pt x="338" y="3"/>
                  <a:pt x="330" y="6"/>
                </a:cubicBezTo>
                <a:cubicBezTo>
                  <a:pt x="323" y="9"/>
                  <a:pt x="280" y="27"/>
                  <a:pt x="274" y="51"/>
                </a:cubicBezTo>
                <a:cubicBezTo>
                  <a:pt x="268" y="76"/>
                  <a:pt x="279" y="99"/>
                  <a:pt x="257" y="121"/>
                </a:cubicBezTo>
                <a:cubicBezTo>
                  <a:pt x="230" y="149"/>
                  <a:pt x="230" y="149"/>
                  <a:pt x="230" y="149"/>
                </a:cubicBezTo>
                <a:cubicBezTo>
                  <a:pt x="257" y="181"/>
                  <a:pt x="257" y="181"/>
                  <a:pt x="257" y="181"/>
                </a:cubicBezTo>
                <a:cubicBezTo>
                  <a:pt x="290" y="149"/>
                  <a:pt x="290" y="149"/>
                  <a:pt x="290" y="149"/>
                </a:cubicBezTo>
                <a:cubicBezTo>
                  <a:pt x="298" y="141"/>
                  <a:pt x="315" y="134"/>
                  <a:pt x="330" y="137"/>
                </a:cubicBezTo>
                <a:cubicBezTo>
                  <a:pt x="363" y="144"/>
                  <a:pt x="381" y="132"/>
                  <a:pt x="391" y="112"/>
                </a:cubicBezTo>
                <a:cubicBezTo>
                  <a:pt x="401" y="94"/>
                  <a:pt x="399" y="56"/>
                  <a:pt x="398" y="46"/>
                </a:cubicBezTo>
                <a:close/>
                <a:moveTo>
                  <a:pt x="55" y="319"/>
                </a:moveTo>
                <a:cubicBezTo>
                  <a:pt x="50" y="323"/>
                  <a:pt x="50" y="330"/>
                  <a:pt x="55" y="334"/>
                </a:cubicBezTo>
                <a:cubicBezTo>
                  <a:pt x="74" y="353"/>
                  <a:pt x="74" y="353"/>
                  <a:pt x="74" y="353"/>
                </a:cubicBezTo>
                <a:cubicBezTo>
                  <a:pt x="78" y="357"/>
                  <a:pt x="84" y="355"/>
                  <a:pt x="89" y="351"/>
                </a:cubicBezTo>
                <a:cubicBezTo>
                  <a:pt x="187" y="254"/>
                  <a:pt x="187" y="254"/>
                  <a:pt x="187" y="254"/>
                </a:cubicBezTo>
                <a:cubicBezTo>
                  <a:pt x="157" y="220"/>
                  <a:pt x="157" y="220"/>
                  <a:pt x="157" y="220"/>
                </a:cubicBezTo>
                <a:lnTo>
                  <a:pt x="55" y="31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cxnSp>
        <p:nvCxnSpPr>
          <p:cNvPr id="11" name="Shape 385">
            <a:extLst>
              <a:ext uri="{FF2B5EF4-FFF2-40B4-BE49-F238E27FC236}">
                <a16:creationId xmlns:a16="http://schemas.microsoft.com/office/drawing/2014/main" id="{BDA60C1B-AC8A-4604-842D-E67B03D84739}"/>
              </a:ext>
            </a:extLst>
          </p:cNvPr>
          <p:cNvCxnSpPr/>
          <p:nvPr userDrawn="1"/>
        </p:nvCxnSpPr>
        <p:spPr>
          <a:xfrm>
            <a:off x="6096000" y="5415187"/>
            <a:ext cx="0" cy="1508125"/>
          </a:xfrm>
          <a:prstGeom prst="straightConnector1">
            <a:avLst/>
          </a:prstGeom>
          <a:noFill/>
          <a:ln w="9525" cap="flat" cmpd="sng">
            <a:solidFill>
              <a:schemeClr val="lt1"/>
            </a:solidFill>
            <a:prstDash val="solid"/>
            <a:miter lim="800000"/>
            <a:headEnd type="oval" w="med" len="med"/>
            <a:tailEnd type="none" w="med" len="med"/>
          </a:ln>
        </p:spPr>
      </p:cxnSp>
      <p:pic>
        <p:nvPicPr>
          <p:cNvPr id="13" name="Shape 372">
            <a:extLst>
              <a:ext uri="{FF2B5EF4-FFF2-40B4-BE49-F238E27FC236}">
                <a16:creationId xmlns:a16="http://schemas.microsoft.com/office/drawing/2014/main" id="{C4A8D3D1-E88A-464F-AA1A-207A1E53A9C7}"/>
              </a:ext>
            </a:extLst>
          </p:cNvPr>
          <p:cNvPicPr preferRelativeResize="0"/>
          <p:nvPr userDrawn="1"/>
        </p:nvPicPr>
        <p:blipFill>
          <a:blip r:embed="rId2">
            <a:alphaModFix/>
          </a:blip>
          <a:stretch>
            <a:fillRect/>
          </a:stretch>
        </p:blipFill>
        <p:spPr>
          <a:xfrm>
            <a:off x="11379479" y="190725"/>
            <a:ext cx="581860" cy="415925"/>
          </a:xfrm>
          <a:prstGeom prst="rect">
            <a:avLst/>
          </a:prstGeom>
          <a:noFill/>
          <a:ln>
            <a:noFill/>
          </a:ln>
        </p:spPr>
      </p:pic>
    </p:spTree>
    <p:extLst>
      <p:ext uri="{BB962C8B-B14F-4D97-AF65-F5344CB8AC3E}">
        <p14:creationId xmlns:p14="http://schemas.microsoft.com/office/powerpoint/2010/main" val="155462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ppt_w</p:attrName>
                                        </p:attrNameLst>
                                      </p:cBhvr>
                                      <p:tavLst>
                                        <p:tav tm="0">
                                          <p:val>
                                            <p:strVal val="0"/>
                                          </p:val>
                                        </p:tav>
                                        <p:tav tm="100000">
                                          <p:val>
                                            <p:strVal val="#ppt_w"/>
                                          </p:val>
                                        </p:tav>
                                      </p:tavLst>
                                    </p:anim>
                                    <p:anim calcmode="lin" valueType="num">
                                      <p:cBhvr additive="base">
                                        <p:cTn id="8" dur="500"/>
                                        <p:tgtEl>
                                          <p:spTgt spid="9"/>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1500"/>
                            </p:stCondLst>
                            <p:childTnLst>
                              <p:par>
                                <p:cTn id="21" presetID="23" presetClass="entr" presetSubtype="16"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p:tgtEl>
                                          <p:spTgt spid="10"/>
                                        </p:tgtEl>
                                        <p:attrNameLst>
                                          <p:attrName>ppt_w</p:attrName>
                                        </p:attrNameLst>
                                      </p:cBhvr>
                                      <p:tavLst>
                                        <p:tav tm="0">
                                          <p:val>
                                            <p:strVal val="0"/>
                                          </p:val>
                                        </p:tav>
                                        <p:tav tm="100000">
                                          <p:val>
                                            <p:strVal val="#ppt_w"/>
                                          </p:val>
                                        </p:tav>
                                      </p:tavLst>
                                    </p:anim>
                                    <p:anim calcmode="lin" valueType="num">
                                      <p:cBhvr additive="base">
                                        <p:cTn id="24" dur="500"/>
                                        <p:tgtEl>
                                          <p:spTgt spid="10"/>
                                        </p:tgtEl>
                                        <p:attrNameLst>
                                          <p:attrName>ppt_h</p:attrName>
                                        </p:attrNameLst>
                                      </p:cBhvr>
                                      <p:tavLst>
                                        <p:tav tm="0">
                                          <p:val>
                                            <p:strVal val="0"/>
                                          </p:val>
                                        </p:tav>
                                        <p:tav tm="100000">
                                          <p:val>
                                            <p:strVal val="#ppt_h"/>
                                          </p:val>
                                        </p:tav>
                                      </p:tavLst>
                                    </p:anim>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95DCD6"/>
        </a:solidFill>
        <a:effectLst/>
      </p:bgPr>
    </p:bg>
    <p:spTree>
      <p:nvGrpSpPr>
        <p:cNvPr id="1" name=""/>
        <p:cNvGrpSpPr/>
        <p:nvPr/>
      </p:nvGrpSpPr>
      <p:grpSpPr>
        <a:xfrm>
          <a:off x="0" y="0"/>
          <a:ext cx="0" cy="0"/>
          <a:chOff x="0" y="0"/>
          <a:chExt cx="0" cy="0"/>
        </a:xfrm>
      </p:grpSpPr>
      <p:cxnSp>
        <p:nvCxnSpPr>
          <p:cNvPr id="3" name="Shape 391">
            <a:extLst>
              <a:ext uri="{FF2B5EF4-FFF2-40B4-BE49-F238E27FC236}">
                <a16:creationId xmlns:a16="http://schemas.microsoft.com/office/drawing/2014/main" id="{CFD570E3-B103-4C4F-AD5F-CE2BCE178DF2}"/>
              </a:ext>
            </a:extLst>
          </p:cNvPr>
          <p:cNvCxnSpPr/>
          <p:nvPr userDrawn="1"/>
        </p:nvCxnSpPr>
        <p:spPr>
          <a:xfrm>
            <a:off x="6096000" y="0"/>
            <a:ext cx="0" cy="2181225"/>
          </a:xfrm>
          <a:prstGeom prst="straightConnector1">
            <a:avLst/>
          </a:prstGeom>
          <a:noFill/>
          <a:ln w="9525" cap="flat" cmpd="sng">
            <a:solidFill>
              <a:schemeClr val="lt1"/>
            </a:solidFill>
            <a:prstDash val="solid"/>
            <a:miter lim="800000"/>
            <a:headEnd type="none" w="med" len="med"/>
            <a:tailEnd type="oval" w="med" len="med"/>
          </a:ln>
        </p:spPr>
      </p:cxnSp>
      <p:sp>
        <p:nvSpPr>
          <p:cNvPr id="4" name="Shape 392">
            <a:extLst>
              <a:ext uri="{FF2B5EF4-FFF2-40B4-BE49-F238E27FC236}">
                <a16:creationId xmlns:a16="http://schemas.microsoft.com/office/drawing/2014/main" id="{84DDA2E1-CB2C-4523-B7FB-0C1D09677D42}"/>
              </a:ext>
            </a:extLst>
          </p:cNvPr>
          <p:cNvSpPr txBox="1"/>
          <p:nvPr userDrawn="1"/>
        </p:nvSpPr>
        <p:spPr>
          <a:xfrm>
            <a:off x="4124325" y="4024312"/>
            <a:ext cx="3943350" cy="1201737"/>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lt1"/>
              </a:buClr>
              <a:buSzPts val="1100"/>
              <a:buFont typeface="Calibri"/>
              <a:buNone/>
            </a:pPr>
            <a:r>
              <a:rPr lang="en-US" sz="1100">
                <a:solidFill>
                  <a:srgbClr val="5FA5AB"/>
                </a:solidFill>
                <a:latin typeface="Calibri"/>
                <a:ea typeface="Calibri"/>
                <a:cs typeface="Calibri"/>
                <a:sym typeface="Calibri"/>
              </a:rPr>
              <a:t>Lorem ipsum dolor sit amet, consectetur adipiscing elit. Donec id est aliquet, ullamcorper lorem nec, gravida.</a:t>
            </a:r>
            <a:endParaRPr>
              <a:solidFill>
                <a:srgbClr val="5FA5AB"/>
              </a:solidFill>
            </a:endParaRPr>
          </a:p>
          <a:p>
            <a:pPr marL="0" marR="0" lvl="0" indent="0" algn="ctr" rtl="0">
              <a:lnSpc>
                <a:spcPct val="100000"/>
              </a:lnSpc>
              <a:spcBef>
                <a:spcPts val="220"/>
              </a:spcBef>
              <a:spcAft>
                <a:spcPts val="0"/>
              </a:spcAft>
              <a:buClr>
                <a:schemeClr val="lt1"/>
              </a:buClr>
              <a:buSzPts val="1100"/>
              <a:buFont typeface="Calibri"/>
              <a:buNone/>
            </a:pPr>
            <a:endParaRPr sz="1100">
              <a:solidFill>
                <a:srgbClr val="5FA5AB"/>
              </a:solidFill>
              <a:latin typeface="Calibri"/>
              <a:ea typeface="Calibri"/>
              <a:cs typeface="Calibri"/>
              <a:sym typeface="Calibri"/>
            </a:endParaRPr>
          </a:p>
        </p:txBody>
      </p:sp>
      <p:sp>
        <p:nvSpPr>
          <p:cNvPr id="5" name="Shape 393">
            <a:extLst>
              <a:ext uri="{FF2B5EF4-FFF2-40B4-BE49-F238E27FC236}">
                <a16:creationId xmlns:a16="http://schemas.microsoft.com/office/drawing/2014/main" id="{051BFDA0-1452-4F63-A97B-DD5336844E68}"/>
              </a:ext>
            </a:extLst>
          </p:cNvPr>
          <p:cNvSpPr txBox="1"/>
          <p:nvPr userDrawn="1"/>
        </p:nvSpPr>
        <p:spPr>
          <a:xfrm>
            <a:off x="4654550" y="3524250"/>
            <a:ext cx="2882900" cy="5889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Source Sans Pro Light"/>
              <a:buNone/>
            </a:pPr>
            <a:r>
              <a:rPr lang="en-US" sz="2800">
                <a:solidFill>
                  <a:srgbClr val="5FA5AB"/>
                </a:solidFill>
                <a:latin typeface="Source Sans Pro Light"/>
                <a:ea typeface="Source Sans Pro Light"/>
                <a:cs typeface="Source Sans Pro Light"/>
                <a:sym typeface="Source Sans Pro Light"/>
              </a:rPr>
              <a:t>Solución</a:t>
            </a:r>
            <a:endParaRPr>
              <a:solidFill>
                <a:srgbClr val="5FA5AB"/>
              </a:solidFill>
            </a:endParaRPr>
          </a:p>
        </p:txBody>
      </p:sp>
      <p:sp>
        <p:nvSpPr>
          <p:cNvPr id="6" name="Shape 394">
            <a:extLst>
              <a:ext uri="{FF2B5EF4-FFF2-40B4-BE49-F238E27FC236}">
                <a16:creationId xmlns:a16="http://schemas.microsoft.com/office/drawing/2014/main" id="{BC834D35-4854-4D9F-8537-08054E7E56A9}"/>
              </a:ext>
            </a:extLst>
          </p:cNvPr>
          <p:cNvSpPr/>
          <p:nvPr userDrawn="1"/>
        </p:nvSpPr>
        <p:spPr>
          <a:xfrm>
            <a:off x="5600700" y="2398712"/>
            <a:ext cx="990600" cy="1030287"/>
          </a:xfrm>
          <a:custGeom>
            <a:avLst/>
            <a:gdLst/>
            <a:ahLst/>
            <a:cxnLst/>
            <a:rect l="0" t="0" r="0" b="0"/>
            <a:pathLst>
              <a:path w="274" h="284" extrusionOk="0">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rgbClr val="428D9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pic>
        <p:nvPicPr>
          <p:cNvPr id="7" name="Shape 372">
            <a:extLst>
              <a:ext uri="{FF2B5EF4-FFF2-40B4-BE49-F238E27FC236}">
                <a16:creationId xmlns:a16="http://schemas.microsoft.com/office/drawing/2014/main" id="{AA231F40-433A-488B-9567-0B55AFDD2309}"/>
              </a:ext>
            </a:extLst>
          </p:cNvPr>
          <p:cNvPicPr preferRelativeResize="0"/>
          <p:nvPr userDrawn="1"/>
        </p:nvPicPr>
        <p:blipFill>
          <a:blip r:embed="rId2">
            <a:alphaModFix/>
          </a:blip>
          <a:stretch>
            <a:fillRect/>
          </a:stretch>
        </p:blipFill>
        <p:spPr>
          <a:xfrm>
            <a:off x="11379479" y="190725"/>
            <a:ext cx="581860" cy="415925"/>
          </a:xfrm>
          <a:prstGeom prst="rect">
            <a:avLst/>
          </a:prstGeom>
          <a:noFill/>
          <a:ln>
            <a:noFill/>
          </a:ln>
        </p:spPr>
      </p:pic>
    </p:spTree>
    <p:extLst>
      <p:ext uri="{BB962C8B-B14F-4D97-AF65-F5344CB8AC3E}">
        <p14:creationId xmlns:p14="http://schemas.microsoft.com/office/powerpoint/2010/main" val="416330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ppt_w</p:attrName>
                                        </p:attrNameLst>
                                      </p:cBhvr>
                                      <p:tavLst>
                                        <p:tav tm="0">
                                          <p:val>
                                            <p:strVal val="0"/>
                                          </p:val>
                                        </p:tav>
                                        <p:tav tm="100000">
                                          <p:val>
                                            <p:strVal val="#ppt_w"/>
                                          </p:val>
                                        </p:tav>
                                      </p:tavLst>
                                    </p:anim>
                                    <p:anim calcmode="lin" valueType="num">
                                      <p:cBhvr additive="base">
                                        <p:cTn id="8" dur="500"/>
                                        <p:tgtEl>
                                          <p:spTgt spid="6"/>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3.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0633300"/>
      </p:ext>
    </p:extLst>
  </p:cSld>
  <p:clrMap bg1="lt1" tx1="dk1" bg2="lt2" tx2="dk2" accent1="accent1" accent2="accent2" accent3="accent3" accent4="accent4" accent5="accent5" accent6="accent6" hlink="hlink" folHlink="folHlink"/>
  <p:sldLayoutIdLst>
    <p:sldLayoutId id="2147483824" r:id="rId1"/>
    <p:sldLayoutId id="2147483838" r:id="rId2"/>
    <p:sldLayoutId id="2147483837" r:id="rId3"/>
    <p:sldLayoutId id="2147483839" r:id="rId4"/>
    <p:sldLayoutId id="214748384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hape 200">
            <a:extLst>
              <a:ext uri="{FF2B5EF4-FFF2-40B4-BE49-F238E27FC236}">
                <a16:creationId xmlns:a16="http://schemas.microsoft.com/office/drawing/2014/main" id="{156CBF54-51AF-46B9-80FE-C73055010D62}"/>
              </a:ext>
            </a:extLst>
          </p:cNvPr>
          <p:cNvSpPr/>
          <p:nvPr userDrawn="1"/>
        </p:nvSpPr>
        <p:spPr>
          <a:xfrm>
            <a:off x="11418887" y="490537"/>
            <a:ext cx="327025" cy="393700"/>
          </a:xfrm>
          <a:prstGeom prst="flowChartOffpageConnector">
            <a:avLst/>
          </a:prstGeom>
          <a:solidFill>
            <a:srgbClr val="70C1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100"/>
              <a:buFont typeface="Calibri"/>
              <a:buNone/>
            </a:pPr>
            <a:endParaRPr lang="en-US" sz="1400" b="0" i="0" u="none" strike="noStrike" cap="none" dirty="0">
              <a:solidFill>
                <a:srgbClr val="000000"/>
              </a:solidFill>
              <a:latin typeface="Arial"/>
              <a:ea typeface="Arial"/>
              <a:cs typeface="Arial"/>
              <a:sym typeface="Arial"/>
            </a:endParaRPr>
          </a:p>
        </p:txBody>
      </p:sp>
      <p:pic>
        <p:nvPicPr>
          <p:cNvPr id="11" name="Shape 206">
            <a:extLst>
              <a:ext uri="{FF2B5EF4-FFF2-40B4-BE49-F238E27FC236}">
                <a16:creationId xmlns:a16="http://schemas.microsoft.com/office/drawing/2014/main" id="{801044C5-C43F-446A-B30C-CB24D1F2F4B7}"/>
              </a:ext>
            </a:extLst>
          </p:cNvPr>
          <p:cNvPicPr preferRelativeResize="0"/>
          <p:nvPr userDrawn="1"/>
        </p:nvPicPr>
        <p:blipFill rotWithShape="1">
          <a:blip r:embed="rId6">
            <a:alphaModFix/>
          </a:blip>
          <a:srcRect/>
          <a:stretch/>
        </p:blipFill>
        <p:spPr>
          <a:xfrm>
            <a:off x="10813896" y="490520"/>
            <a:ext cx="550874" cy="393700"/>
          </a:xfrm>
          <a:prstGeom prst="rect">
            <a:avLst/>
          </a:prstGeom>
          <a:noFill/>
          <a:ln>
            <a:noFill/>
          </a:ln>
        </p:spPr>
      </p:pic>
    </p:spTree>
    <p:extLst>
      <p:ext uri="{BB962C8B-B14F-4D97-AF65-F5344CB8AC3E}">
        <p14:creationId xmlns:p14="http://schemas.microsoft.com/office/powerpoint/2010/main" val="3715859126"/>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6539996"/>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p:cNvSpPr/>
          <p:nvPr/>
        </p:nvSpPr>
        <p:spPr>
          <a:xfrm>
            <a:off x="673332" y="2822277"/>
            <a:ext cx="10623665" cy="707886"/>
          </a:xfrm>
          <a:prstGeom prst="rect">
            <a:avLst/>
          </a:prstGeom>
        </p:spPr>
        <p:txBody>
          <a:bodyPr wrap="square">
            <a:spAutoFit/>
          </a:bodyPr>
          <a:lstStyle/>
          <a:p>
            <a:pPr algn="ctr"/>
            <a:r>
              <a:rPr lang="en-GB" sz="4000" dirty="0">
                <a:solidFill>
                  <a:srgbClr val="FF0000"/>
                </a:solidFill>
              </a:rPr>
              <a:t>Current status of version 2.2</a:t>
            </a:r>
            <a:endParaRPr lang="it-IT" sz="4000" dirty="0">
              <a:solidFill>
                <a:srgbClr val="FF0000"/>
              </a:solidFill>
            </a:endParaRPr>
          </a:p>
        </p:txBody>
      </p:sp>
      <p:sp>
        <p:nvSpPr>
          <p:cNvPr id="9" name="Rectangle 1"/>
          <p:cNvSpPr>
            <a:spLocks noGrp="1"/>
          </p:cNvSpPr>
          <p:nvPr>
            <p:ph type="ctrTitle"/>
          </p:nvPr>
        </p:nvSpPr>
        <p:spPr>
          <a:xfrm>
            <a:off x="2120900" y="952151"/>
            <a:ext cx="7448550" cy="580638"/>
          </a:xfrm>
          <a:solidFill>
            <a:schemeClr val="accent1">
              <a:lumMod val="60000"/>
              <a:lumOff val="40000"/>
            </a:schemeClr>
          </a:solidFill>
        </p:spPr>
        <p:txBody>
          <a:bodyPr>
            <a:noAutofit/>
          </a:bodyPr>
          <a:lstStyle/>
          <a:p>
            <a:br>
              <a:rPr lang="it-IT" sz="4400" dirty="0">
                <a:solidFill>
                  <a:schemeClr val="bg1">
                    <a:lumMod val="50000"/>
                  </a:schemeClr>
                </a:solidFill>
                <a:latin typeface="Haettenschweiler" panose="020B0706040902060204" pitchFamily="34" charset="0"/>
                <a:cs typeface="72 Black" panose="020B0A04030603020204" pitchFamily="34" charset="0"/>
              </a:rPr>
            </a:br>
            <a:br>
              <a:rPr lang="it-IT" sz="4400" dirty="0">
                <a:solidFill>
                  <a:schemeClr val="bg1">
                    <a:lumMod val="50000"/>
                  </a:schemeClr>
                </a:solidFill>
                <a:latin typeface="Haettenschweiler" panose="020B0706040902060204" pitchFamily="34" charset="0"/>
                <a:cs typeface="72 Black" panose="020B0A04030603020204" pitchFamily="34" charset="0"/>
              </a:rPr>
            </a:br>
            <a:r>
              <a:rPr lang="it-IT" sz="4400" dirty="0">
                <a:solidFill>
                  <a:schemeClr val="bg1">
                    <a:lumMod val="50000"/>
                  </a:schemeClr>
                </a:solidFill>
                <a:latin typeface="Haettenschweiler" panose="020B0706040902060204" pitchFamily="34" charset="0"/>
                <a:cs typeface="72 Black" panose="020B0A04030603020204" pitchFamily="34" charset="0"/>
              </a:rPr>
              <a:t>VTL Task Force</a:t>
            </a:r>
            <a:endParaRPr lang="it-IT" sz="4400" i="1" dirty="0">
              <a:solidFill>
                <a:schemeClr val="bg1">
                  <a:lumMod val="50000"/>
                </a:schemeClr>
              </a:solidFill>
              <a:latin typeface="Haettenschweiler" panose="020B0706040902060204" pitchFamily="34" charset="0"/>
              <a:cs typeface="72 Black" panose="020B0A04030603020204" pitchFamily="34" charset="0"/>
            </a:endParaRPr>
          </a:p>
        </p:txBody>
      </p:sp>
      <p:pic>
        <p:nvPicPr>
          <p:cNvPr id="10" name="Picture 1"/>
          <p:cNvPicPr/>
          <p:nvPr/>
        </p:nvPicPr>
        <p:blipFill>
          <a:blip r:embed="rId3">
            <a:extLst>
              <a:ext uri="{28A0092B-C50C-407E-A947-70E740481C1C}">
                <a14:useLocalDpi xmlns:a14="http://schemas.microsoft.com/office/drawing/2010/main" val="0"/>
              </a:ext>
            </a:extLst>
          </a:blip>
          <a:srcRect/>
          <a:stretch>
            <a:fillRect/>
          </a:stretch>
        </p:blipFill>
        <p:spPr bwMode="auto">
          <a:xfrm>
            <a:off x="5002530" y="128489"/>
            <a:ext cx="1685290" cy="657860"/>
          </a:xfrm>
          <a:prstGeom prst="rect">
            <a:avLst/>
          </a:prstGeom>
          <a:noFill/>
          <a:ln>
            <a:noFill/>
          </a:ln>
        </p:spPr>
      </p:pic>
      <p:sp>
        <p:nvSpPr>
          <p:cNvPr id="7" name="Rettangolo 6"/>
          <p:cNvSpPr/>
          <p:nvPr/>
        </p:nvSpPr>
        <p:spPr>
          <a:xfrm>
            <a:off x="3933247" y="6473412"/>
            <a:ext cx="3957686" cy="307777"/>
          </a:xfrm>
          <a:prstGeom prst="rect">
            <a:avLst/>
          </a:prstGeom>
        </p:spPr>
        <p:txBody>
          <a:bodyPr wrap="square">
            <a:spAutoFit/>
          </a:bodyPr>
          <a:lstStyle/>
          <a:p>
            <a:pPr algn="ctr"/>
            <a:r>
              <a:rPr lang="en-GB" dirty="0">
                <a:solidFill>
                  <a:srgbClr val="0070C0"/>
                </a:solidFill>
              </a:rPr>
              <a:t>VTL TF Meeting – Rome 30 January 2026</a:t>
            </a:r>
            <a:endParaRPr lang="it-IT" dirty="0">
              <a:solidFill>
                <a:srgbClr val="0070C0"/>
              </a:solidFill>
            </a:endParaRPr>
          </a:p>
        </p:txBody>
      </p:sp>
    </p:spTree>
    <p:extLst>
      <p:ext uri="{BB962C8B-B14F-4D97-AF65-F5344CB8AC3E}">
        <p14:creationId xmlns:p14="http://schemas.microsoft.com/office/powerpoint/2010/main" val="3408428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398073" y="1118804"/>
            <a:ext cx="11471564" cy="4324261"/>
          </a:xfrm>
          <a:prstGeom prst="rect">
            <a:avLst/>
          </a:prstGeom>
        </p:spPr>
        <p:txBody>
          <a:bodyPr wrap="square">
            <a:spAutoFit/>
          </a:bodyPr>
          <a:lstStyle/>
          <a:p>
            <a:pPr marL="285750" indent="-285750">
              <a:lnSpc>
                <a:spcPct val="150000"/>
              </a:lnSpc>
              <a:spcBef>
                <a:spcPts val="1200"/>
              </a:spcBef>
              <a:buFont typeface="Wingdings" panose="05000000000000000000" pitchFamily="2" charset="2"/>
              <a:buChar char="q"/>
            </a:pPr>
            <a:r>
              <a:rPr lang="en-GB" sz="2800" dirty="0">
                <a:solidFill>
                  <a:srgbClr val="0070C0"/>
                </a:solidFill>
              </a:rPr>
              <a:t> Closed issues (as of June 2025)</a:t>
            </a:r>
          </a:p>
          <a:p>
            <a:pPr marL="342900" lvl="2" indent="-342900">
              <a:spcBef>
                <a:spcPts val="600"/>
              </a:spcBef>
              <a:buFont typeface="Wingdings" panose="05000000000000000000" pitchFamily="2" charset="2"/>
              <a:buChar char="§"/>
            </a:pPr>
            <a:r>
              <a:rPr lang="en-GB" sz="2400" dirty="0">
                <a:solidFill>
                  <a:srgbClr val="FF0000"/>
                </a:solidFill>
              </a:rPr>
              <a:t>Grammar not accepting </a:t>
            </a:r>
            <a:r>
              <a:rPr lang="en-GB" sz="2400" dirty="0" err="1">
                <a:solidFill>
                  <a:srgbClr val="FF0000"/>
                </a:solidFill>
              </a:rPr>
              <a:t>valueDomain</a:t>
            </a:r>
            <a:r>
              <a:rPr lang="en-GB" sz="2400" dirty="0">
                <a:solidFill>
                  <a:srgbClr val="FF0000"/>
                </a:solidFill>
              </a:rPr>
              <a:t> values starting with “_” (#405)</a:t>
            </a:r>
          </a:p>
          <a:p>
            <a:pPr marL="342900" lvl="2" indent="-342900">
              <a:spcBef>
                <a:spcPts val="1200"/>
              </a:spcBef>
              <a:buFont typeface="Wingdings" panose="05000000000000000000" pitchFamily="2" charset="2"/>
              <a:buChar char="§"/>
            </a:pPr>
            <a:r>
              <a:rPr lang="en-US" sz="2400" dirty="0">
                <a:solidFill>
                  <a:srgbClr val="FF0000"/>
                </a:solidFill>
              </a:rPr>
              <a:t>Different text </a:t>
            </a:r>
            <a:r>
              <a:rPr lang="en-US" sz="2400" dirty="0" err="1">
                <a:solidFill>
                  <a:srgbClr val="FF0000"/>
                </a:solidFill>
              </a:rPr>
              <a:t>visualisation</a:t>
            </a:r>
            <a:r>
              <a:rPr lang="en-US" sz="2400" dirty="0">
                <a:solidFill>
                  <a:srgbClr val="FF0000"/>
                </a:solidFill>
              </a:rPr>
              <a:t> after '#' in the examples #550</a:t>
            </a:r>
          </a:p>
          <a:p>
            <a:pPr marL="342900" lvl="2" indent="-342900">
              <a:spcBef>
                <a:spcPts val="1200"/>
              </a:spcBef>
              <a:buFont typeface="Wingdings" panose="05000000000000000000" pitchFamily="2" charset="2"/>
              <a:buChar char="§"/>
            </a:pPr>
            <a:r>
              <a:rPr lang="en-US" sz="2400" dirty="0">
                <a:solidFill>
                  <a:srgbClr val="FF0000"/>
                </a:solidFill>
              </a:rPr>
              <a:t>Banner that says PYTHON instead of VTL #545</a:t>
            </a:r>
          </a:p>
          <a:p>
            <a:pPr marL="342900" lvl="2" indent="-342900">
              <a:spcBef>
                <a:spcPts val="1200"/>
              </a:spcBef>
              <a:buFont typeface="Wingdings" panose="05000000000000000000" pitchFamily="2" charset="2"/>
              <a:buChar char="§"/>
            </a:pPr>
            <a:r>
              <a:rPr lang="en-US" sz="2400" dirty="0">
                <a:solidFill>
                  <a:srgbClr val="FF0000"/>
                </a:solidFill>
              </a:rPr>
              <a:t>Comments not allowed in the last line #401</a:t>
            </a:r>
          </a:p>
          <a:p>
            <a:pPr marL="342900" lvl="2" indent="-342900">
              <a:spcBef>
                <a:spcPts val="1200"/>
              </a:spcBef>
              <a:buFont typeface="Wingdings" panose="05000000000000000000" pitchFamily="2" charset="2"/>
              <a:buChar char="§"/>
            </a:pPr>
            <a:r>
              <a:rPr lang="en-US" sz="2400" dirty="0">
                <a:solidFill>
                  <a:srgbClr val="FF0000"/>
                </a:solidFill>
              </a:rPr>
              <a:t>Error in example 1 of Hierarchical Aggregation #547</a:t>
            </a:r>
          </a:p>
          <a:p>
            <a:pPr marL="342900" lvl="2" indent="-342900">
              <a:spcBef>
                <a:spcPts val="1200"/>
              </a:spcBef>
              <a:buFont typeface="Wingdings" panose="05000000000000000000" pitchFamily="2" charset="2"/>
              <a:buChar char="§"/>
            </a:pPr>
            <a:r>
              <a:rPr lang="en-US" sz="2400" dirty="0">
                <a:solidFill>
                  <a:srgbClr val="FF0000"/>
                </a:solidFill>
              </a:rPr>
              <a:t>Error in example 1 of </a:t>
            </a:r>
            <a:r>
              <a:rPr lang="it-IT" sz="2400" dirty="0" err="1">
                <a:solidFill>
                  <a:srgbClr val="FF0000"/>
                </a:solidFill>
              </a:rPr>
              <a:t>check_hierarchy</a:t>
            </a:r>
            <a:r>
              <a:rPr lang="it-IT" sz="2400" dirty="0">
                <a:solidFill>
                  <a:srgbClr val="FF0000"/>
                </a:solidFill>
              </a:rPr>
              <a:t> #551</a:t>
            </a:r>
          </a:p>
          <a:p>
            <a:pPr marL="342900" lvl="2" indent="-342900">
              <a:spcBef>
                <a:spcPts val="1200"/>
              </a:spcBef>
              <a:buFont typeface="Wingdings" panose="05000000000000000000" pitchFamily="2" charset="2"/>
              <a:buChar char="§"/>
            </a:pPr>
            <a:r>
              <a:rPr lang="en-US" sz="2400" dirty="0">
                <a:solidFill>
                  <a:srgbClr val="FF0000"/>
                </a:solidFill>
              </a:rPr>
              <a:t>Inconsistency in ROUND and TRUNC #407</a:t>
            </a:r>
          </a:p>
        </p:txBody>
      </p:sp>
      <p:grpSp>
        <p:nvGrpSpPr>
          <p:cNvPr id="5" name="Gruppo 4"/>
          <p:cNvGrpSpPr/>
          <p:nvPr/>
        </p:nvGrpSpPr>
        <p:grpSpPr>
          <a:xfrm>
            <a:off x="4416401" y="154568"/>
            <a:ext cx="2553743" cy="684512"/>
            <a:chOff x="228579" y="0"/>
            <a:chExt cx="6988292" cy="684512"/>
          </a:xfrm>
        </p:grpSpPr>
        <p:sp>
          <p:nvSpPr>
            <p:cNvPr id="6" name="Rettangolo arrotondato 5"/>
            <p:cNvSpPr/>
            <p:nvPr/>
          </p:nvSpPr>
          <p:spPr>
            <a:xfrm>
              <a:off x="228579" y="0"/>
              <a:ext cx="6988292" cy="684512"/>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it-IT"/>
            </a:p>
          </p:txBody>
        </p:sp>
        <p:sp>
          <p:nvSpPr>
            <p:cNvPr id="7" name="CasellaDiTesto 6"/>
            <p:cNvSpPr txBox="1"/>
            <p:nvPr/>
          </p:nvSpPr>
          <p:spPr>
            <a:xfrm>
              <a:off x="228579" y="33415"/>
              <a:ext cx="6921462" cy="6176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4226" tIns="0" rIns="194226" bIns="0" numCol="1" spcCol="1270" anchor="ctr" anchorCtr="0">
              <a:noAutofit/>
            </a:bodyPr>
            <a:lstStyle/>
            <a:p>
              <a:pPr lvl="0" algn="l" defTabSz="1066800">
                <a:lnSpc>
                  <a:spcPct val="90000"/>
                </a:lnSpc>
                <a:spcBef>
                  <a:spcPct val="0"/>
                </a:spcBef>
                <a:spcAft>
                  <a:spcPct val="35000"/>
                </a:spcAft>
              </a:pPr>
              <a:r>
                <a:rPr lang="en-US" sz="4000" kern="1200" dirty="0"/>
                <a:t>Bug fixing</a:t>
              </a:r>
              <a:endParaRPr lang="en-GB" sz="4000" kern="1200" dirty="0"/>
            </a:p>
          </p:txBody>
        </p:sp>
      </p:grpSp>
      <p:sp>
        <p:nvSpPr>
          <p:cNvPr id="11" name="CasellaDiTesto 10">
            <a:extLst>
              <a:ext uri="{FF2B5EF4-FFF2-40B4-BE49-F238E27FC236}">
                <a16:creationId xmlns:a16="http://schemas.microsoft.com/office/drawing/2014/main" id="{2B223DD4-BEDE-B5DB-756E-27983AA32BEB}"/>
              </a:ext>
            </a:extLst>
          </p:cNvPr>
          <p:cNvSpPr txBox="1"/>
          <p:nvPr/>
        </p:nvSpPr>
        <p:spPr>
          <a:xfrm>
            <a:off x="11540067" y="6473412"/>
            <a:ext cx="319424" cy="236456"/>
          </a:xfrm>
          <a:prstGeom prst="rect">
            <a:avLst/>
          </a:prstGeom>
          <a:noFill/>
          <a:ln>
            <a:noFill/>
          </a:ln>
        </p:spPr>
        <p:txBody>
          <a:bodyPr spcFirstLastPara="1" wrap="square" lIns="91425" tIns="45700" rIns="91425" bIns="45700" rtlCol="0" anchor="t" anchorCtr="0">
            <a:noAutofit/>
          </a:bodyPr>
          <a:lstStyle/>
          <a:p>
            <a:pPr algn="ctr"/>
            <a:fld id="{B1CC2AB6-8239-48B8-A2E2-EB62212215BC}" type="slidenum">
              <a:rPr lang="it-IT" smtClean="0">
                <a:solidFill>
                  <a:srgbClr val="0070C0"/>
                </a:solidFill>
              </a:rPr>
              <a:pPr algn="ctr"/>
              <a:t>2</a:t>
            </a:fld>
            <a:endParaRPr lang="it-IT" dirty="0">
              <a:solidFill>
                <a:srgbClr val="0070C0"/>
              </a:solidFill>
            </a:endParaRPr>
          </a:p>
        </p:txBody>
      </p:sp>
      <p:sp>
        <p:nvSpPr>
          <p:cNvPr id="2" name="Rettangolo 1">
            <a:extLst>
              <a:ext uri="{FF2B5EF4-FFF2-40B4-BE49-F238E27FC236}">
                <a16:creationId xmlns:a16="http://schemas.microsoft.com/office/drawing/2014/main" id="{854402D6-57CB-1891-7173-A3B51614D5A7}"/>
              </a:ext>
            </a:extLst>
          </p:cNvPr>
          <p:cNvSpPr/>
          <p:nvPr/>
        </p:nvSpPr>
        <p:spPr>
          <a:xfrm>
            <a:off x="3933247" y="6473412"/>
            <a:ext cx="3957686" cy="307777"/>
          </a:xfrm>
          <a:prstGeom prst="rect">
            <a:avLst/>
          </a:prstGeom>
        </p:spPr>
        <p:txBody>
          <a:bodyPr wrap="square">
            <a:spAutoFit/>
          </a:bodyPr>
          <a:lstStyle/>
          <a:p>
            <a:pPr algn="ctr"/>
            <a:r>
              <a:rPr lang="en-GB" dirty="0">
                <a:solidFill>
                  <a:srgbClr val="0070C0"/>
                </a:solidFill>
              </a:rPr>
              <a:t>VTL TF Meeting – Rome 30 January 2026</a:t>
            </a:r>
            <a:endParaRPr lang="it-IT" dirty="0">
              <a:solidFill>
                <a:srgbClr val="0070C0"/>
              </a:solidFill>
            </a:endParaRPr>
          </a:p>
        </p:txBody>
      </p:sp>
    </p:spTree>
    <p:extLst>
      <p:ext uri="{BB962C8B-B14F-4D97-AF65-F5344CB8AC3E}">
        <p14:creationId xmlns:p14="http://schemas.microsoft.com/office/powerpoint/2010/main" val="2696608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6DC62-F5A9-34CE-9D25-72E5A3A31779}"/>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5E6E1F9A-7101-4FBE-DD00-AAD25BC25FD1}"/>
              </a:ext>
            </a:extLst>
          </p:cNvPr>
          <p:cNvSpPr/>
          <p:nvPr/>
        </p:nvSpPr>
        <p:spPr>
          <a:xfrm>
            <a:off x="387927" y="1136518"/>
            <a:ext cx="11471564" cy="2616101"/>
          </a:xfrm>
          <a:prstGeom prst="rect">
            <a:avLst/>
          </a:prstGeom>
        </p:spPr>
        <p:txBody>
          <a:bodyPr wrap="square">
            <a:spAutoFit/>
          </a:bodyPr>
          <a:lstStyle/>
          <a:p>
            <a:pPr marL="457200" lvl="2" indent="-457200">
              <a:spcBef>
                <a:spcPts val="1200"/>
              </a:spcBef>
              <a:buFont typeface="Wingdings" panose="05000000000000000000" pitchFamily="2" charset="2"/>
              <a:buChar char="q"/>
            </a:pPr>
            <a:r>
              <a:rPr lang="en-GB" sz="2800" dirty="0">
                <a:solidFill>
                  <a:srgbClr val="0070C0"/>
                </a:solidFill>
              </a:rPr>
              <a:t>Closed issues (as of January 2026)</a:t>
            </a:r>
          </a:p>
          <a:p>
            <a:pPr marL="342900" indent="-342900">
              <a:spcBef>
                <a:spcPts val="1200"/>
              </a:spcBef>
              <a:buFont typeface="Wingdings" panose="05000000000000000000" pitchFamily="2" charset="2"/>
              <a:buChar char="§"/>
            </a:pPr>
            <a:r>
              <a:rPr lang="en-US" sz="2400" dirty="0">
                <a:solidFill>
                  <a:srgbClr val="FF0000"/>
                </a:solidFill>
              </a:rPr>
              <a:t>Errors in </a:t>
            </a:r>
            <a:r>
              <a:rPr lang="en-US" sz="2400" dirty="0" err="1">
                <a:solidFill>
                  <a:srgbClr val="FF0000"/>
                </a:solidFill>
              </a:rPr>
              <a:t>check_hierarchy</a:t>
            </a:r>
            <a:r>
              <a:rPr lang="en-US" sz="2400" dirty="0">
                <a:solidFill>
                  <a:srgbClr val="FF0000"/>
                </a:solidFill>
              </a:rPr>
              <a:t> documentation/examples #612</a:t>
            </a:r>
          </a:p>
          <a:p>
            <a:pPr marL="342900" lvl="2" indent="-342900">
              <a:spcBef>
                <a:spcPts val="1200"/>
              </a:spcBef>
              <a:buFont typeface="Wingdings" panose="05000000000000000000" pitchFamily="2" charset="2"/>
              <a:buChar char="§"/>
            </a:pPr>
            <a:r>
              <a:rPr lang="en-US" sz="2400" dirty="0">
                <a:solidFill>
                  <a:srgbClr val="FF0000"/>
                </a:solidFill>
              </a:rPr>
              <a:t>Discrepancy between pdf version and Web docs on If examples #621</a:t>
            </a:r>
          </a:p>
          <a:p>
            <a:pPr marL="342900" indent="-342900">
              <a:spcBef>
                <a:spcPts val="1200"/>
              </a:spcBef>
              <a:buFont typeface="Wingdings" panose="05000000000000000000" pitchFamily="2" charset="2"/>
              <a:buChar char="§"/>
            </a:pPr>
            <a:r>
              <a:rPr lang="it-IT" sz="2400" dirty="0" err="1">
                <a:solidFill>
                  <a:srgbClr val="FF0000"/>
                </a:solidFill>
              </a:rPr>
              <a:t>Sphinx</a:t>
            </a:r>
            <a:r>
              <a:rPr lang="it-IT" sz="2400" dirty="0">
                <a:solidFill>
                  <a:srgbClr val="FF0000"/>
                </a:solidFill>
              </a:rPr>
              <a:t> </a:t>
            </a:r>
            <a:r>
              <a:rPr lang="it-IT" sz="2400" dirty="0" err="1">
                <a:solidFill>
                  <a:srgbClr val="FF0000"/>
                </a:solidFill>
              </a:rPr>
              <a:t>formatting</a:t>
            </a:r>
            <a:r>
              <a:rPr lang="it-IT" sz="2400" dirty="0">
                <a:solidFill>
                  <a:srgbClr val="FF0000"/>
                </a:solidFill>
              </a:rPr>
              <a:t> bug #623</a:t>
            </a:r>
            <a:endParaRPr lang="en-GB" sz="2400" dirty="0">
              <a:solidFill>
                <a:srgbClr val="0070C0"/>
              </a:solidFill>
            </a:endParaRPr>
          </a:p>
          <a:p>
            <a:pPr marL="342900" lvl="2" indent="-342900">
              <a:spcBef>
                <a:spcPts val="1200"/>
              </a:spcBef>
              <a:buFont typeface="Wingdings" panose="05000000000000000000" pitchFamily="2" charset="2"/>
              <a:buChar char="§"/>
            </a:pPr>
            <a:endParaRPr lang="en-US" sz="2400" dirty="0">
              <a:solidFill>
                <a:srgbClr val="FF0000"/>
              </a:solidFill>
            </a:endParaRPr>
          </a:p>
        </p:txBody>
      </p:sp>
      <p:grpSp>
        <p:nvGrpSpPr>
          <p:cNvPr id="5" name="Gruppo 4">
            <a:extLst>
              <a:ext uri="{FF2B5EF4-FFF2-40B4-BE49-F238E27FC236}">
                <a16:creationId xmlns:a16="http://schemas.microsoft.com/office/drawing/2014/main" id="{05F264BE-B73D-F26C-0144-8259694CA63B}"/>
              </a:ext>
            </a:extLst>
          </p:cNvPr>
          <p:cNvGrpSpPr/>
          <p:nvPr/>
        </p:nvGrpSpPr>
        <p:grpSpPr>
          <a:xfrm>
            <a:off x="4416401" y="154568"/>
            <a:ext cx="2553743" cy="684512"/>
            <a:chOff x="228579" y="0"/>
            <a:chExt cx="6988292" cy="684512"/>
          </a:xfrm>
        </p:grpSpPr>
        <p:sp>
          <p:nvSpPr>
            <p:cNvPr id="6" name="Rettangolo arrotondato 5">
              <a:extLst>
                <a:ext uri="{FF2B5EF4-FFF2-40B4-BE49-F238E27FC236}">
                  <a16:creationId xmlns:a16="http://schemas.microsoft.com/office/drawing/2014/main" id="{B28874EF-459B-D570-E38F-B1D559930171}"/>
                </a:ext>
              </a:extLst>
            </p:cNvPr>
            <p:cNvSpPr/>
            <p:nvPr/>
          </p:nvSpPr>
          <p:spPr>
            <a:xfrm>
              <a:off x="228579" y="0"/>
              <a:ext cx="6988292" cy="684512"/>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it-IT"/>
            </a:p>
          </p:txBody>
        </p:sp>
        <p:sp>
          <p:nvSpPr>
            <p:cNvPr id="7" name="CasellaDiTesto 6">
              <a:extLst>
                <a:ext uri="{FF2B5EF4-FFF2-40B4-BE49-F238E27FC236}">
                  <a16:creationId xmlns:a16="http://schemas.microsoft.com/office/drawing/2014/main" id="{5BFE6B50-09B3-F5C7-7623-8D6D25351457}"/>
                </a:ext>
              </a:extLst>
            </p:cNvPr>
            <p:cNvSpPr txBox="1"/>
            <p:nvPr/>
          </p:nvSpPr>
          <p:spPr>
            <a:xfrm>
              <a:off x="228579" y="33415"/>
              <a:ext cx="6921462" cy="6176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4226" tIns="0" rIns="194226" bIns="0" numCol="1" spcCol="1270" anchor="ctr" anchorCtr="0">
              <a:noAutofit/>
            </a:bodyPr>
            <a:lstStyle/>
            <a:p>
              <a:pPr lvl="0" algn="l" defTabSz="1066800">
                <a:lnSpc>
                  <a:spcPct val="90000"/>
                </a:lnSpc>
                <a:spcBef>
                  <a:spcPct val="0"/>
                </a:spcBef>
                <a:spcAft>
                  <a:spcPct val="35000"/>
                </a:spcAft>
              </a:pPr>
              <a:r>
                <a:rPr lang="en-US" sz="4000" kern="1200" dirty="0"/>
                <a:t>Bug fixing</a:t>
              </a:r>
              <a:endParaRPr lang="en-GB" sz="4000" kern="1200" dirty="0"/>
            </a:p>
          </p:txBody>
        </p:sp>
      </p:grpSp>
      <p:sp>
        <p:nvSpPr>
          <p:cNvPr id="11" name="CasellaDiTesto 10">
            <a:extLst>
              <a:ext uri="{FF2B5EF4-FFF2-40B4-BE49-F238E27FC236}">
                <a16:creationId xmlns:a16="http://schemas.microsoft.com/office/drawing/2014/main" id="{3F0175F6-94B8-E465-31E4-CFBB723DE433}"/>
              </a:ext>
            </a:extLst>
          </p:cNvPr>
          <p:cNvSpPr txBox="1"/>
          <p:nvPr/>
        </p:nvSpPr>
        <p:spPr>
          <a:xfrm>
            <a:off x="11540067" y="6473412"/>
            <a:ext cx="319424" cy="236456"/>
          </a:xfrm>
          <a:prstGeom prst="rect">
            <a:avLst/>
          </a:prstGeom>
          <a:noFill/>
          <a:ln>
            <a:noFill/>
          </a:ln>
        </p:spPr>
        <p:txBody>
          <a:bodyPr spcFirstLastPara="1" wrap="square" lIns="91425" tIns="45700" rIns="91425" bIns="45700" rtlCol="0" anchor="t" anchorCtr="0">
            <a:noAutofit/>
          </a:bodyPr>
          <a:lstStyle/>
          <a:p>
            <a:pPr algn="ctr"/>
            <a:fld id="{B1CC2AB6-8239-48B8-A2E2-EB62212215BC}" type="slidenum">
              <a:rPr lang="it-IT" smtClean="0">
                <a:solidFill>
                  <a:srgbClr val="0070C0"/>
                </a:solidFill>
              </a:rPr>
              <a:pPr algn="ctr"/>
              <a:t>3</a:t>
            </a:fld>
            <a:endParaRPr lang="it-IT" dirty="0">
              <a:solidFill>
                <a:srgbClr val="0070C0"/>
              </a:solidFill>
            </a:endParaRPr>
          </a:p>
        </p:txBody>
      </p:sp>
      <p:sp>
        <p:nvSpPr>
          <p:cNvPr id="2" name="Rettangolo 1">
            <a:extLst>
              <a:ext uri="{FF2B5EF4-FFF2-40B4-BE49-F238E27FC236}">
                <a16:creationId xmlns:a16="http://schemas.microsoft.com/office/drawing/2014/main" id="{8EBA0951-C654-3453-8639-B31B700A4F2B}"/>
              </a:ext>
            </a:extLst>
          </p:cNvPr>
          <p:cNvSpPr/>
          <p:nvPr/>
        </p:nvSpPr>
        <p:spPr>
          <a:xfrm>
            <a:off x="3933247" y="6473412"/>
            <a:ext cx="3957686" cy="307777"/>
          </a:xfrm>
          <a:prstGeom prst="rect">
            <a:avLst/>
          </a:prstGeom>
        </p:spPr>
        <p:txBody>
          <a:bodyPr wrap="square">
            <a:spAutoFit/>
          </a:bodyPr>
          <a:lstStyle/>
          <a:p>
            <a:pPr algn="ctr"/>
            <a:r>
              <a:rPr lang="en-GB" dirty="0">
                <a:solidFill>
                  <a:srgbClr val="0070C0"/>
                </a:solidFill>
              </a:rPr>
              <a:t>VTL TF Meeting – Rome 30 January 2026</a:t>
            </a:r>
            <a:endParaRPr lang="it-IT" dirty="0">
              <a:solidFill>
                <a:srgbClr val="0070C0"/>
              </a:solidFill>
            </a:endParaRPr>
          </a:p>
        </p:txBody>
      </p:sp>
    </p:spTree>
    <p:extLst>
      <p:ext uri="{BB962C8B-B14F-4D97-AF65-F5344CB8AC3E}">
        <p14:creationId xmlns:p14="http://schemas.microsoft.com/office/powerpoint/2010/main" val="1462351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27047-29E8-7E80-17DA-B2DDC9365EB7}"/>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2A31FDFA-F754-1D60-7C66-58AD42F9379C}"/>
              </a:ext>
            </a:extLst>
          </p:cNvPr>
          <p:cNvSpPr/>
          <p:nvPr/>
        </p:nvSpPr>
        <p:spPr>
          <a:xfrm>
            <a:off x="387927" y="872495"/>
            <a:ext cx="11471564" cy="523220"/>
          </a:xfrm>
          <a:prstGeom prst="rect">
            <a:avLst/>
          </a:prstGeom>
        </p:spPr>
        <p:txBody>
          <a:bodyPr wrap="square">
            <a:spAutoFit/>
          </a:bodyPr>
          <a:lstStyle/>
          <a:p>
            <a:pPr marL="457200" lvl="2" indent="-457200">
              <a:spcBef>
                <a:spcPts val="1200"/>
              </a:spcBef>
              <a:buFont typeface="Wingdings" panose="05000000000000000000" pitchFamily="2" charset="2"/>
              <a:buChar char="q"/>
            </a:pPr>
            <a:r>
              <a:rPr lang="en-GB" sz="2800" dirty="0">
                <a:solidFill>
                  <a:srgbClr val="0070C0"/>
                </a:solidFill>
              </a:rPr>
              <a:t>Cast matrix</a:t>
            </a:r>
          </a:p>
        </p:txBody>
      </p:sp>
      <p:sp>
        <p:nvSpPr>
          <p:cNvPr id="11" name="CasellaDiTesto 10">
            <a:extLst>
              <a:ext uri="{FF2B5EF4-FFF2-40B4-BE49-F238E27FC236}">
                <a16:creationId xmlns:a16="http://schemas.microsoft.com/office/drawing/2014/main" id="{CCF0241B-6679-B099-CEDD-BB4988618991}"/>
              </a:ext>
            </a:extLst>
          </p:cNvPr>
          <p:cNvSpPr txBox="1"/>
          <p:nvPr/>
        </p:nvSpPr>
        <p:spPr>
          <a:xfrm>
            <a:off x="11540067" y="6473412"/>
            <a:ext cx="319424" cy="236456"/>
          </a:xfrm>
          <a:prstGeom prst="rect">
            <a:avLst/>
          </a:prstGeom>
          <a:noFill/>
          <a:ln>
            <a:noFill/>
          </a:ln>
        </p:spPr>
        <p:txBody>
          <a:bodyPr spcFirstLastPara="1" wrap="square" lIns="91425" tIns="45700" rIns="91425" bIns="45700" rtlCol="0" anchor="t" anchorCtr="0">
            <a:noAutofit/>
          </a:bodyPr>
          <a:lstStyle/>
          <a:p>
            <a:pPr algn="ctr"/>
            <a:fld id="{B1CC2AB6-8239-48B8-A2E2-EB62212215BC}" type="slidenum">
              <a:rPr lang="it-IT" smtClean="0">
                <a:solidFill>
                  <a:srgbClr val="0070C0"/>
                </a:solidFill>
              </a:rPr>
              <a:pPr algn="ctr"/>
              <a:t>4</a:t>
            </a:fld>
            <a:endParaRPr lang="it-IT" dirty="0">
              <a:solidFill>
                <a:srgbClr val="0070C0"/>
              </a:solidFill>
            </a:endParaRPr>
          </a:p>
        </p:txBody>
      </p:sp>
      <p:sp>
        <p:nvSpPr>
          <p:cNvPr id="2" name="Rettangolo 1">
            <a:extLst>
              <a:ext uri="{FF2B5EF4-FFF2-40B4-BE49-F238E27FC236}">
                <a16:creationId xmlns:a16="http://schemas.microsoft.com/office/drawing/2014/main" id="{3B2E4263-76CC-5F1F-54F5-4BA6F275D630}"/>
              </a:ext>
            </a:extLst>
          </p:cNvPr>
          <p:cNvSpPr/>
          <p:nvPr/>
        </p:nvSpPr>
        <p:spPr>
          <a:xfrm>
            <a:off x="3933247" y="6473412"/>
            <a:ext cx="3957686" cy="307777"/>
          </a:xfrm>
          <a:prstGeom prst="rect">
            <a:avLst/>
          </a:prstGeom>
        </p:spPr>
        <p:txBody>
          <a:bodyPr wrap="square">
            <a:spAutoFit/>
          </a:bodyPr>
          <a:lstStyle/>
          <a:p>
            <a:pPr algn="ctr"/>
            <a:r>
              <a:rPr lang="en-GB" dirty="0">
                <a:solidFill>
                  <a:srgbClr val="0070C0"/>
                </a:solidFill>
              </a:rPr>
              <a:t>VTL TF Meeting – Rome 30 January 2026</a:t>
            </a:r>
            <a:endParaRPr lang="it-IT" dirty="0">
              <a:solidFill>
                <a:srgbClr val="0070C0"/>
              </a:solidFill>
            </a:endParaRPr>
          </a:p>
        </p:txBody>
      </p:sp>
      <p:graphicFrame>
        <p:nvGraphicFramePr>
          <p:cNvPr id="3" name="Tabella 2">
            <a:extLst>
              <a:ext uri="{FF2B5EF4-FFF2-40B4-BE49-F238E27FC236}">
                <a16:creationId xmlns:a16="http://schemas.microsoft.com/office/drawing/2014/main" id="{D8CB1DD7-ADA3-4F59-ACCC-DABA2AA36B32}"/>
              </a:ext>
            </a:extLst>
          </p:cNvPr>
          <p:cNvGraphicFramePr>
            <a:graphicFrameLocks noGrp="1"/>
          </p:cNvGraphicFramePr>
          <p:nvPr>
            <p:extLst>
              <p:ext uri="{D42A27DB-BD31-4B8C-83A1-F6EECF244321}">
                <p14:modId xmlns:p14="http://schemas.microsoft.com/office/powerpoint/2010/main" val="2092986584"/>
              </p:ext>
            </p:extLst>
          </p:nvPr>
        </p:nvGraphicFramePr>
        <p:xfrm>
          <a:off x="302922" y="1395715"/>
          <a:ext cx="11218335" cy="5003800"/>
        </p:xfrm>
        <a:graphic>
          <a:graphicData uri="http://schemas.openxmlformats.org/drawingml/2006/table">
            <a:tbl>
              <a:tblPr firstRow="1" firstCol="1" bandRow="1">
                <a:tableStyleId>{5C22544A-7EE6-4342-B048-85BDC9FD1C3A}</a:tableStyleId>
              </a:tblPr>
              <a:tblGrid>
                <a:gridCol w="1231127">
                  <a:extLst>
                    <a:ext uri="{9D8B030D-6E8A-4147-A177-3AD203B41FA5}">
                      <a16:colId xmlns:a16="http://schemas.microsoft.com/office/drawing/2014/main" val="3730540287"/>
                    </a:ext>
                  </a:extLst>
                </a:gridCol>
                <a:gridCol w="1301935">
                  <a:extLst>
                    <a:ext uri="{9D8B030D-6E8A-4147-A177-3AD203B41FA5}">
                      <a16:colId xmlns:a16="http://schemas.microsoft.com/office/drawing/2014/main" val="1922967560"/>
                    </a:ext>
                  </a:extLst>
                </a:gridCol>
                <a:gridCol w="1301935">
                  <a:extLst>
                    <a:ext uri="{9D8B030D-6E8A-4147-A177-3AD203B41FA5}">
                      <a16:colId xmlns:a16="http://schemas.microsoft.com/office/drawing/2014/main" val="4239495229"/>
                    </a:ext>
                  </a:extLst>
                </a:gridCol>
                <a:gridCol w="1301935">
                  <a:extLst>
                    <a:ext uri="{9D8B030D-6E8A-4147-A177-3AD203B41FA5}">
                      <a16:colId xmlns:a16="http://schemas.microsoft.com/office/drawing/2014/main" val="2456439613"/>
                    </a:ext>
                  </a:extLst>
                </a:gridCol>
                <a:gridCol w="1301935">
                  <a:extLst>
                    <a:ext uri="{9D8B030D-6E8A-4147-A177-3AD203B41FA5}">
                      <a16:colId xmlns:a16="http://schemas.microsoft.com/office/drawing/2014/main" val="1419542985"/>
                    </a:ext>
                  </a:extLst>
                </a:gridCol>
                <a:gridCol w="1206002">
                  <a:extLst>
                    <a:ext uri="{9D8B030D-6E8A-4147-A177-3AD203B41FA5}">
                      <a16:colId xmlns:a16="http://schemas.microsoft.com/office/drawing/2014/main" val="4064932298"/>
                    </a:ext>
                  </a:extLst>
                </a:gridCol>
                <a:gridCol w="1245974">
                  <a:extLst>
                    <a:ext uri="{9D8B030D-6E8A-4147-A177-3AD203B41FA5}">
                      <a16:colId xmlns:a16="http://schemas.microsoft.com/office/drawing/2014/main" val="2379978468"/>
                    </a:ext>
                  </a:extLst>
                </a:gridCol>
                <a:gridCol w="1242547">
                  <a:extLst>
                    <a:ext uri="{9D8B030D-6E8A-4147-A177-3AD203B41FA5}">
                      <a16:colId xmlns:a16="http://schemas.microsoft.com/office/drawing/2014/main" val="1380906339"/>
                    </a:ext>
                  </a:extLst>
                </a:gridCol>
                <a:gridCol w="1084945">
                  <a:extLst>
                    <a:ext uri="{9D8B030D-6E8A-4147-A177-3AD203B41FA5}">
                      <a16:colId xmlns:a16="http://schemas.microsoft.com/office/drawing/2014/main" val="1783602216"/>
                    </a:ext>
                  </a:extLst>
                </a:gridCol>
              </a:tblGrid>
              <a:tr h="738688">
                <a:tc>
                  <a:txBody>
                    <a:bodyPr/>
                    <a:lstStyle/>
                    <a:p>
                      <a:pPr algn="just"/>
                      <a:r>
                        <a:rPr lang="en-GB" sz="800">
                          <a:effectLst/>
                        </a:rPr>
                        <a:t>Expectedà</a:t>
                      </a:r>
                      <a:endParaRPr lang="it-IT" sz="1100">
                        <a:effectLst/>
                      </a:endParaRPr>
                    </a:p>
                    <a:p>
                      <a:pPr algn="just"/>
                      <a:r>
                        <a:rPr lang="en-GB" sz="800">
                          <a:effectLst/>
                        </a:rPr>
                        <a:t> </a:t>
                      </a:r>
                      <a:endParaRPr lang="it-IT" sz="1100">
                        <a:effectLst/>
                      </a:endParaRPr>
                    </a:p>
                    <a:p>
                      <a:pPr algn="just"/>
                      <a:r>
                        <a:rPr lang="en-GB" sz="800">
                          <a:effectLst/>
                        </a:rPr>
                        <a:t>Provided              </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integer</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number</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boolean</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time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date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time_period</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string</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duration</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extLst>
                  <a:ext uri="{0D108BD9-81ED-4DB2-BD59-A6C34878D82A}">
                    <a16:rowId xmlns:a16="http://schemas.microsoft.com/office/drawing/2014/main" val="3100425039"/>
                  </a:ext>
                </a:extLst>
              </a:tr>
              <a:tr h="533139">
                <a:tc>
                  <a:txBody>
                    <a:bodyPr/>
                    <a:lstStyle/>
                    <a:p>
                      <a:pPr algn="just"/>
                      <a:r>
                        <a:rPr lang="en-GB" sz="800">
                          <a:effectLst/>
                        </a:rPr>
                        <a:t>integer</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Implicit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dirty="0">
                          <a:effectLst/>
                        </a:rPr>
                        <a:t>Implicit</a:t>
                      </a:r>
                      <a:endParaRPr lang="it-IT" sz="1100" i="1" dirty="0">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dirty="0">
                          <a:effectLst/>
                        </a:rPr>
                        <a:t>Not feasible</a:t>
                      </a:r>
                      <a:endParaRPr lang="it-IT" sz="1100" i="1" dirty="0">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it-IT" sz="800" b="0" i="0" kern="1200" dirty="0">
                          <a:solidFill>
                            <a:srgbClr val="0070C0"/>
                          </a:solidFill>
                          <a:effectLst/>
                          <a:latin typeface="+mn-lt"/>
                          <a:ea typeface="+mn-ea"/>
                          <a:cs typeface="+mn-cs"/>
                        </a:rPr>
                        <a:t>Explicit w/o mask</a:t>
                      </a:r>
                      <a:endParaRPr lang="it-IT" sz="800" i="1" dirty="0">
                        <a:solidFill>
                          <a:srgbClr val="0070C0"/>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extLst>
                  <a:ext uri="{0D108BD9-81ED-4DB2-BD59-A6C34878D82A}">
                    <a16:rowId xmlns:a16="http://schemas.microsoft.com/office/drawing/2014/main" val="3776556731"/>
                  </a:ext>
                </a:extLst>
              </a:tr>
              <a:tr h="533139">
                <a:tc>
                  <a:txBody>
                    <a:bodyPr/>
                    <a:lstStyle/>
                    <a:p>
                      <a:pPr algn="just"/>
                      <a:r>
                        <a:rPr lang="en-GB" sz="800">
                          <a:effectLst/>
                        </a:rPr>
                        <a:t>number</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it-IT" sz="800" b="0" i="0" kern="1200" dirty="0">
                          <a:solidFill>
                            <a:srgbClr val="0070C0"/>
                          </a:solidFill>
                          <a:effectLst/>
                          <a:latin typeface="+mn-lt"/>
                          <a:ea typeface="+mn-ea"/>
                          <a:cs typeface="+mn-cs"/>
                        </a:rPr>
                        <a:t>Not </a:t>
                      </a:r>
                      <a:r>
                        <a:rPr lang="it-IT" sz="800" b="0" i="0" kern="1200" dirty="0" err="1">
                          <a:solidFill>
                            <a:srgbClr val="0070C0"/>
                          </a:solidFill>
                          <a:effectLst/>
                          <a:latin typeface="+mn-lt"/>
                          <a:ea typeface="+mn-ea"/>
                          <a:cs typeface="+mn-cs"/>
                        </a:rPr>
                        <a:t>feasible</a:t>
                      </a:r>
                      <a:endParaRPr lang="it-IT" sz="800" i="1" dirty="0">
                        <a:solidFill>
                          <a:srgbClr val="0070C0"/>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dirty="0">
                          <a:effectLst/>
                        </a:rPr>
                        <a:t>Implicit</a:t>
                      </a:r>
                      <a:endParaRPr lang="it-IT" sz="1100" i="1" dirty="0">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it-IT" sz="800" b="0" i="0" kern="1200" dirty="0">
                          <a:solidFill>
                            <a:srgbClr val="0070C0"/>
                          </a:solidFill>
                          <a:effectLst/>
                          <a:latin typeface="+mn-lt"/>
                          <a:ea typeface="+mn-ea"/>
                          <a:cs typeface="+mn-cs"/>
                        </a:rPr>
                        <a:t>Explicit w/o mask</a:t>
                      </a:r>
                      <a:endParaRPr lang="it-IT" sz="800" i="1" dirty="0">
                        <a:solidFill>
                          <a:srgbClr val="0070C0"/>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extLst>
                  <a:ext uri="{0D108BD9-81ED-4DB2-BD59-A6C34878D82A}">
                    <a16:rowId xmlns:a16="http://schemas.microsoft.com/office/drawing/2014/main" val="1944323056"/>
                  </a:ext>
                </a:extLst>
              </a:tr>
              <a:tr h="533139">
                <a:tc>
                  <a:txBody>
                    <a:bodyPr/>
                    <a:lstStyle/>
                    <a:p>
                      <a:pPr algn="just"/>
                      <a:r>
                        <a:rPr lang="en-GB" sz="800">
                          <a:effectLst/>
                        </a:rPr>
                        <a:t>boolean</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Implicit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Implicit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Implicit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extLst>
                  <a:ext uri="{0D108BD9-81ED-4DB2-BD59-A6C34878D82A}">
                    <a16:rowId xmlns:a16="http://schemas.microsoft.com/office/drawing/2014/main" val="2706079123"/>
                  </a:ext>
                </a:extLst>
              </a:tr>
              <a:tr h="533139">
                <a:tc>
                  <a:txBody>
                    <a:bodyPr/>
                    <a:lstStyle/>
                    <a:p>
                      <a:pPr algn="just"/>
                      <a:r>
                        <a:rPr lang="en-GB" sz="800">
                          <a:effectLst/>
                        </a:rPr>
                        <a:t>time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Explicit with mask</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extLst>
                  <a:ext uri="{0D108BD9-81ED-4DB2-BD59-A6C34878D82A}">
                    <a16:rowId xmlns:a16="http://schemas.microsoft.com/office/drawing/2014/main" val="3358525593"/>
                  </a:ext>
                </a:extLst>
              </a:tr>
              <a:tr h="533139">
                <a:tc>
                  <a:txBody>
                    <a:bodyPr/>
                    <a:lstStyle/>
                    <a:p>
                      <a:pPr algn="just"/>
                      <a:r>
                        <a:rPr lang="en-GB" sz="800">
                          <a:effectLst/>
                        </a:rPr>
                        <a:t>date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Implicit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Explicit with mask</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Explicit with mask</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extLst>
                  <a:ext uri="{0D108BD9-81ED-4DB2-BD59-A6C34878D82A}">
                    <a16:rowId xmlns:a16="http://schemas.microsoft.com/office/drawing/2014/main" val="2874533260"/>
                  </a:ext>
                </a:extLst>
              </a:tr>
              <a:tr h="533139">
                <a:tc>
                  <a:txBody>
                    <a:bodyPr/>
                    <a:lstStyle/>
                    <a:p>
                      <a:pPr algn="just"/>
                      <a:r>
                        <a:rPr lang="en-GB" sz="800">
                          <a:effectLst/>
                        </a:rPr>
                        <a:t>time_period</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Implicit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Explicit with mask</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Implicit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extLst>
                  <a:ext uri="{0D108BD9-81ED-4DB2-BD59-A6C34878D82A}">
                    <a16:rowId xmlns:a16="http://schemas.microsoft.com/office/drawing/2014/main" val="1572677666"/>
                  </a:ext>
                </a:extLst>
              </a:tr>
              <a:tr h="533139">
                <a:tc>
                  <a:txBody>
                    <a:bodyPr/>
                    <a:lstStyle/>
                    <a:p>
                      <a:pPr algn="just"/>
                      <a:r>
                        <a:rPr lang="en-GB" sz="800">
                          <a:effectLst/>
                        </a:rPr>
                        <a:t>string</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800" b="0" i="0" kern="1200" dirty="0">
                          <a:solidFill>
                            <a:srgbClr val="0070C0"/>
                          </a:solidFill>
                          <a:effectLst/>
                          <a:latin typeface="+mn-lt"/>
                          <a:ea typeface="+mn-ea"/>
                          <a:cs typeface="+mn-cs"/>
                        </a:rPr>
                        <a:t>Explicit w/o mask</a:t>
                      </a:r>
                      <a:endParaRPr lang="it-IT" sz="800" i="1" dirty="0">
                        <a:solidFill>
                          <a:srgbClr val="0070C0"/>
                        </a:solidFill>
                        <a:effectLst/>
                        <a:latin typeface="Cambria" panose="02040503050406030204" pitchFamily="18" charset="0"/>
                        <a:ea typeface="Cambria" panose="02040503050406030204" pitchFamily="18" charset="0"/>
                        <a:cs typeface="Cambria" panose="02040503050406030204" pitchFamily="18" charset="0"/>
                      </a:endParaRPr>
                    </a:p>
                    <a:p>
                      <a:pPr algn="ctr"/>
                      <a:endParaRPr lang="it-IT" sz="1100" i="1" dirty="0">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800" b="0" i="0" kern="1200" dirty="0">
                          <a:solidFill>
                            <a:srgbClr val="0070C0"/>
                          </a:solidFill>
                          <a:effectLst/>
                          <a:latin typeface="+mn-lt"/>
                          <a:ea typeface="+mn-ea"/>
                          <a:cs typeface="+mn-cs"/>
                        </a:rPr>
                        <a:t>Explicit w/o mask</a:t>
                      </a:r>
                      <a:endParaRPr lang="it-IT" sz="800" i="1" dirty="0">
                        <a:solidFill>
                          <a:srgbClr val="0070C0"/>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Explicit with mask</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Explicit with mask</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Explicit with mask</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Explicit with mask</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extLst>
                  <a:ext uri="{0D108BD9-81ED-4DB2-BD59-A6C34878D82A}">
                    <a16:rowId xmlns:a16="http://schemas.microsoft.com/office/drawing/2014/main" val="651537534"/>
                  </a:ext>
                </a:extLst>
              </a:tr>
              <a:tr h="533139">
                <a:tc>
                  <a:txBody>
                    <a:bodyPr/>
                    <a:lstStyle/>
                    <a:p>
                      <a:pPr algn="just"/>
                      <a:r>
                        <a:rPr lang="en-GB" sz="800">
                          <a:effectLst/>
                        </a:rPr>
                        <a:t>duration</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dirty="0">
                          <a:effectLst/>
                        </a:rPr>
                        <a:t>Not feasible</a:t>
                      </a:r>
                      <a:endParaRPr lang="it-IT" sz="1100" i="1" dirty="0">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Not feasible</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a:effectLst/>
                        </a:rPr>
                        <a:t>Explicit with mask</a:t>
                      </a:r>
                      <a:endParaRPr lang="it-IT" sz="1100" i="1">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tc>
                  <a:txBody>
                    <a:bodyPr/>
                    <a:lstStyle/>
                    <a:p>
                      <a:pPr algn="ctr"/>
                      <a:r>
                        <a:rPr lang="en-GB" sz="800" dirty="0">
                          <a:effectLst/>
                        </a:rPr>
                        <a:t>-</a:t>
                      </a:r>
                      <a:endParaRPr lang="it-IT" sz="1100" i="1" dirty="0">
                        <a:solidFill>
                          <a:srgbClr val="4F81BD"/>
                        </a:solidFill>
                        <a:effectLst/>
                        <a:latin typeface="Cambria" panose="02040503050406030204" pitchFamily="18" charset="0"/>
                        <a:ea typeface="Cambria" panose="02040503050406030204" pitchFamily="18" charset="0"/>
                        <a:cs typeface="Cambria" panose="02040503050406030204" pitchFamily="18" charset="0"/>
                      </a:endParaRPr>
                    </a:p>
                  </a:txBody>
                  <a:tcPr marL="53975" marR="53975" marT="36195" marB="36195"/>
                </a:tc>
                <a:extLst>
                  <a:ext uri="{0D108BD9-81ED-4DB2-BD59-A6C34878D82A}">
                    <a16:rowId xmlns:a16="http://schemas.microsoft.com/office/drawing/2014/main" val="631834863"/>
                  </a:ext>
                </a:extLst>
              </a:tr>
            </a:tbl>
          </a:graphicData>
        </a:graphic>
      </p:graphicFrame>
      <p:sp>
        <p:nvSpPr>
          <p:cNvPr id="8" name="Ovale 7">
            <a:extLst>
              <a:ext uri="{FF2B5EF4-FFF2-40B4-BE49-F238E27FC236}">
                <a16:creationId xmlns:a16="http://schemas.microsoft.com/office/drawing/2014/main" id="{929725F5-AC4E-62C1-3A26-BEC62C166134}"/>
              </a:ext>
            </a:extLst>
          </p:cNvPr>
          <p:cNvSpPr/>
          <p:nvPr/>
        </p:nvSpPr>
        <p:spPr>
          <a:xfrm>
            <a:off x="9284099" y="2575303"/>
            <a:ext cx="1117600" cy="423333"/>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noFill/>
            </a:endParaRPr>
          </a:p>
        </p:txBody>
      </p:sp>
      <p:sp>
        <p:nvSpPr>
          <p:cNvPr id="9" name="Ovale 8">
            <a:extLst>
              <a:ext uri="{FF2B5EF4-FFF2-40B4-BE49-F238E27FC236}">
                <a16:creationId xmlns:a16="http://schemas.microsoft.com/office/drawing/2014/main" id="{DE23D844-5B6B-BB62-D39A-A5A7F813295B}"/>
              </a:ext>
            </a:extLst>
          </p:cNvPr>
          <p:cNvSpPr/>
          <p:nvPr/>
        </p:nvSpPr>
        <p:spPr>
          <a:xfrm>
            <a:off x="9284099" y="2046833"/>
            <a:ext cx="1117600" cy="423333"/>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noFill/>
            </a:endParaRPr>
          </a:p>
        </p:txBody>
      </p:sp>
      <p:sp>
        <p:nvSpPr>
          <p:cNvPr id="10" name="Ovale 9">
            <a:extLst>
              <a:ext uri="{FF2B5EF4-FFF2-40B4-BE49-F238E27FC236}">
                <a16:creationId xmlns:a16="http://schemas.microsoft.com/office/drawing/2014/main" id="{ED3D8275-4B19-31C0-68F2-C9CC7507EA1A}"/>
              </a:ext>
            </a:extLst>
          </p:cNvPr>
          <p:cNvSpPr/>
          <p:nvPr/>
        </p:nvSpPr>
        <p:spPr>
          <a:xfrm>
            <a:off x="1641095" y="2575302"/>
            <a:ext cx="1117600" cy="423333"/>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noFill/>
            </a:endParaRPr>
          </a:p>
        </p:txBody>
      </p:sp>
      <p:sp>
        <p:nvSpPr>
          <p:cNvPr id="12" name="Ovale 11">
            <a:extLst>
              <a:ext uri="{FF2B5EF4-FFF2-40B4-BE49-F238E27FC236}">
                <a16:creationId xmlns:a16="http://schemas.microsoft.com/office/drawing/2014/main" id="{06FCB3B5-FA7F-C915-4B94-2917CB0A6828}"/>
              </a:ext>
            </a:extLst>
          </p:cNvPr>
          <p:cNvSpPr/>
          <p:nvPr/>
        </p:nvSpPr>
        <p:spPr>
          <a:xfrm>
            <a:off x="1641095" y="5250618"/>
            <a:ext cx="1117600" cy="423333"/>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noFill/>
            </a:endParaRPr>
          </a:p>
        </p:txBody>
      </p:sp>
      <p:sp>
        <p:nvSpPr>
          <p:cNvPr id="13" name="Ovale 12">
            <a:extLst>
              <a:ext uri="{FF2B5EF4-FFF2-40B4-BE49-F238E27FC236}">
                <a16:creationId xmlns:a16="http://schemas.microsoft.com/office/drawing/2014/main" id="{F82877DC-2314-659E-60B6-F6E98F5EA9D3}"/>
              </a:ext>
            </a:extLst>
          </p:cNvPr>
          <p:cNvSpPr/>
          <p:nvPr/>
        </p:nvSpPr>
        <p:spPr>
          <a:xfrm>
            <a:off x="2960258" y="5250617"/>
            <a:ext cx="1117600" cy="423333"/>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noFill/>
            </a:endParaRPr>
          </a:p>
        </p:txBody>
      </p:sp>
      <p:grpSp>
        <p:nvGrpSpPr>
          <p:cNvPr id="14" name="Gruppo 13">
            <a:extLst>
              <a:ext uri="{FF2B5EF4-FFF2-40B4-BE49-F238E27FC236}">
                <a16:creationId xmlns:a16="http://schemas.microsoft.com/office/drawing/2014/main" id="{5503D37C-C9E3-D41E-2EB9-44C200012216}"/>
              </a:ext>
            </a:extLst>
          </p:cNvPr>
          <p:cNvGrpSpPr/>
          <p:nvPr/>
        </p:nvGrpSpPr>
        <p:grpSpPr>
          <a:xfrm>
            <a:off x="3027872" y="163331"/>
            <a:ext cx="5572665" cy="684512"/>
            <a:chOff x="228579" y="0"/>
            <a:chExt cx="6988292" cy="684512"/>
          </a:xfrm>
        </p:grpSpPr>
        <p:sp>
          <p:nvSpPr>
            <p:cNvPr id="15" name="Rettangolo arrotondato 5">
              <a:extLst>
                <a:ext uri="{FF2B5EF4-FFF2-40B4-BE49-F238E27FC236}">
                  <a16:creationId xmlns:a16="http://schemas.microsoft.com/office/drawing/2014/main" id="{8C70F68E-73FB-5385-6199-D593EF664FAF}"/>
                </a:ext>
              </a:extLst>
            </p:cNvPr>
            <p:cNvSpPr/>
            <p:nvPr/>
          </p:nvSpPr>
          <p:spPr>
            <a:xfrm>
              <a:off x="228579" y="0"/>
              <a:ext cx="6988292" cy="684512"/>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it-IT"/>
            </a:p>
          </p:txBody>
        </p:sp>
        <p:sp>
          <p:nvSpPr>
            <p:cNvPr id="16" name="CasellaDiTesto 15">
              <a:extLst>
                <a:ext uri="{FF2B5EF4-FFF2-40B4-BE49-F238E27FC236}">
                  <a16:creationId xmlns:a16="http://schemas.microsoft.com/office/drawing/2014/main" id="{B70977B3-1E27-2AE1-5CDA-D44197BACCB1}"/>
                </a:ext>
              </a:extLst>
            </p:cNvPr>
            <p:cNvSpPr txBox="1"/>
            <p:nvPr/>
          </p:nvSpPr>
          <p:spPr>
            <a:xfrm>
              <a:off x="228579" y="33415"/>
              <a:ext cx="6921462" cy="6176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4226" tIns="0" rIns="194226" bIns="0" numCol="1" spcCol="1270" anchor="ctr" anchorCtr="0">
              <a:noAutofit/>
            </a:bodyPr>
            <a:lstStyle/>
            <a:p>
              <a:pPr lvl="0" algn="l" defTabSz="1066800">
                <a:lnSpc>
                  <a:spcPct val="90000"/>
                </a:lnSpc>
                <a:spcBef>
                  <a:spcPct val="0"/>
                </a:spcBef>
                <a:spcAft>
                  <a:spcPct val="35000"/>
                </a:spcAft>
              </a:pPr>
              <a:r>
                <a:rPr lang="en-US" sz="4000" kern="1200" dirty="0"/>
                <a:t>Major Changes (merged)</a:t>
              </a:r>
              <a:endParaRPr lang="en-GB" sz="4000" kern="1200" dirty="0"/>
            </a:p>
          </p:txBody>
        </p:sp>
      </p:grpSp>
    </p:spTree>
    <p:extLst>
      <p:ext uri="{BB962C8B-B14F-4D97-AF65-F5344CB8AC3E}">
        <p14:creationId xmlns:p14="http://schemas.microsoft.com/office/powerpoint/2010/main" val="1641129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p:cNvSpPr/>
          <p:nvPr/>
        </p:nvSpPr>
        <p:spPr>
          <a:xfrm>
            <a:off x="387927" y="967385"/>
            <a:ext cx="11471564" cy="5379165"/>
          </a:xfrm>
          <a:prstGeom prst="rect">
            <a:avLst/>
          </a:prstGeom>
        </p:spPr>
        <p:txBody>
          <a:bodyPr wrap="square">
            <a:spAutoFit/>
          </a:bodyPr>
          <a:lstStyle/>
          <a:p>
            <a:pPr marL="285750" indent="-285750">
              <a:lnSpc>
                <a:spcPct val="150000"/>
              </a:lnSpc>
              <a:spcBef>
                <a:spcPts val="600"/>
              </a:spcBef>
              <a:buFont typeface="Wingdings" panose="05000000000000000000" pitchFamily="2" charset="2"/>
              <a:buChar char="q"/>
            </a:pPr>
            <a:r>
              <a:rPr lang="en-GB" sz="2800" dirty="0">
                <a:solidFill>
                  <a:srgbClr val="0070C0"/>
                </a:solidFill>
              </a:rPr>
              <a:t> New </a:t>
            </a:r>
            <a:r>
              <a:rPr lang="en-GB" sz="2800">
                <a:solidFill>
                  <a:srgbClr val="0070C0"/>
                </a:solidFill>
              </a:rPr>
              <a:t>join operators</a:t>
            </a:r>
            <a:endParaRPr lang="en-GB" sz="2800" dirty="0">
              <a:solidFill>
                <a:srgbClr val="0070C0"/>
              </a:solidFill>
            </a:endParaRPr>
          </a:p>
          <a:p>
            <a:pPr marL="457200" lvl="5" indent="-457200">
              <a:spcBef>
                <a:spcPts val="600"/>
              </a:spcBef>
              <a:buFont typeface="Wingdings" panose="05000000000000000000" pitchFamily="2" charset="2"/>
              <a:buChar char="Ø"/>
            </a:pPr>
            <a:r>
              <a:rPr lang="en-GB" sz="2400" dirty="0">
                <a:solidFill>
                  <a:srgbClr val="0070C0"/>
                </a:solidFill>
              </a:rPr>
              <a:t>4 different operators for each join type (inner, </a:t>
            </a:r>
            <a:r>
              <a:rPr lang="en-GB" sz="2400" dirty="0" err="1">
                <a:solidFill>
                  <a:srgbClr val="0070C0"/>
                </a:solidFill>
              </a:rPr>
              <a:t>lef</a:t>
            </a:r>
            <a:r>
              <a:rPr lang="en-GB" sz="2400" dirty="0">
                <a:solidFill>
                  <a:srgbClr val="0070C0"/>
                </a:solidFill>
              </a:rPr>
              <a:t>, full, cross)</a:t>
            </a:r>
          </a:p>
          <a:p>
            <a:pPr marL="457200" lvl="5" indent="-457200">
              <a:lnSpc>
                <a:spcPct val="150000"/>
              </a:lnSpc>
              <a:spcBef>
                <a:spcPts val="600"/>
              </a:spcBef>
              <a:buFont typeface="Wingdings" panose="05000000000000000000" pitchFamily="2" charset="2"/>
              <a:buChar char="Ø"/>
            </a:pPr>
            <a:r>
              <a:rPr lang="en-GB" sz="2400" dirty="0">
                <a:solidFill>
                  <a:srgbClr val="0070C0"/>
                </a:solidFill>
              </a:rPr>
              <a:t>weakened join condition for inner, left and full join</a:t>
            </a:r>
          </a:p>
          <a:p>
            <a:pPr marL="285750" indent="-285750">
              <a:lnSpc>
                <a:spcPct val="150000"/>
              </a:lnSpc>
              <a:spcBef>
                <a:spcPts val="600"/>
              </a:spcBef>
              <a:buFont typeface="Wingdings" panose="05000000000000000000" pitchFamily="2" charset="2"/>
              <a:buChar char="q"/>
            </a:pPr>
            <a:r>
              <a:rPr lang="en-GB" sz="2800" dirty="0">
                <a:solidFill>
                  <a:srgbClr val="0070C0"/>
                </a:solidFill>
              </a:rPr>
              <a:t> extract a scalar from a data set</a:t>
            </a:r>
          </a:p>
          <a:p>
            <a:pPr marL="342900" indent="-342900">
              <a:spcBef>
                <a:spcPts val="600"/>
              </a:spcBef>
              <a:buFont typeface="Wingdings" panose="05000000000000000000" pitchFamily="2" charset="2"/>
              <a:buChar char="Ø"/>
            </a:pPr>
            <a:r>
              <a:rPr lang="en-GB" sz="2400" dirty="0">
                <a:solidFill>
                  <a:srgbClr val="0070C0"/>
                </a:solidFill>
              </a:rPr>
              <a:t>use of the membership operator (#):</a:t>
            </a:r>
            <a:r>
              <a:rPr lang="en-GB" sz="2800" dirty="0">
                <a:solidFill>
                  <a:srgbClr val="0070C0"/>
                </a:solidFill>
              </a:rPr>
              <a:t> </a:t>
            </a:r>
          </a:p>
          <a:p>
            <a:pPr>
              <a:lnSpc>
                <a:spcPct val="150000"/>
              </a:lnSpc>
              <a:spcBef>
                <a:spcPts val="600"/>
              </a:spcBef>
            </a:pPr>
            <a:r>
              <a:rPr lang="en-US" dirty="0">
                <a:solidFill>
                  <a:srgbClr val="00B050"/>
                </a:solidFill>
              </a:rPr>
              <a:t>If ds has no Identifier Components (for example is a result of an aggregate invocation), comp must be a Data Set Component of the Data Set ds (a Measure or an Attribute). In this case the operator returns a scalar value equal to the value of `comp` in `ds`; given that `ds` has no Identifier Components, there can be only one value for `comp` in `ds`.</a:t>
            </a:r>
            <a:endParaRPr lang="en-GB" dirty="0">
              <a:solidFill>
                <a:srgbClr val="00B050"/>
              </a:solidFill>
            </a:endParaRPr>
          </a:p>
          <a:p>
            <a:pPr marL="457200" indent="-457200">
              <a:lnSpc>
                <a:spcPct val="150000"/>
              </a:lnSpc>
              <a:spcBef>
                <a:spcPts val="600"/>
              </a:spcBef>
              <a:buFont typeface="Wingdings" panose="05000000000000000000" pitchFamily="2" charset="2"/>
              <a:buChar char="q"/>
            </a:pPr>
            <a:r>
              <a:rPr lang="it-IT" sz="2800" dirty="0" err="1">
                <a:solidFill>
                  <a:srgbClr val="0070C0"/>
                </a:solidFill>
              </a:rPr>
              <a:t>define</a:t>
            </a:r>
            <a:r>
              <a:rPr lang="it-IT" sz="2800" dirty="0">
                <a:solidFill>
                  <a:srgbClr val="0070C0"/>
                </a:solidFill>
              </a:rPr>
              <a:t> </a:t>
            </a:r>
            <a:r>
              <a:rPr lang="it-IT" sz="2800" dirty="0" err="1">
                <a:solidFill>
                  <a:srgbClr val="0070C0"/>
                </a:solidFill>
              </a:rPr>
              <a:t>viral</a:t>
            </a:r>
            <a:r>
              <a:rPr lang="it-IT" sz="2800" dirty="0">
                <a:solidFill>
                  <a:srgbClr val="0070C0"/>
                </a:solidFill>
              </a:rPr>
              <a:t> </a:t>
            </a:r>
            <a:r>
              <a:rPr lang="it-IT" sz="2800" dirty="0" err="1">
                <a:solidFill>
                  <a:srgbClr val="0070C0"/>
                </a:solidFill>
              </a:rPr>
              <a:t>propagation</a:t>
            </a:r>
            <a:endParaRPr lang="it-IT" sz="2800" dirty="0">
              <a:solidFill>
                <a:srgbClr val="0070C0"/>
              </a:solidFill>
            </a:endParaRPr>
          </a:p>
          <a:p>
            <a:pPr marL="457200" indent="-457200">
              <a:spcBef>
                <a:spcPts val="600"/>
              </a:spcBef>
              <a:buFont typeface="Wingdings" panose="05000000000000000000" pitchFamily="2" charset="2"/>
              <a:buChar char="Ø"/>
            </a:pPr>
            <a:r>
              <a:rPr lang="en-GB" sz="2400" dirty="0">
                <a:solidFill>
                  <a:srgbClr val="0070C0"/>
                </a:solidFill>
              </a:rPr>
              <a:t>new dl operator</a:t>
            </a:r>
            <a:endParaRPr lang="en-GB" sz="2800" dirty="0">
              <a:solidFill>
                <a:srgbClr val="0070C0"/>
              </a:solidFill>
            </a:endParaRPr>
          </a:p>
        </p:txBody>
      </p:sp>
      <p:sp>
        <p:nvSpPr>
          <p:cNvPr id="11" name="CasellaDiTesto 10">
            <a:extLst>
              <a:ext uri="{FF2B5EF4-FFF2-40B4-BE49-F238E27FC236}">
                <a16:creationId xmlns:a16="http://schemas.microsoft.com/office/drawing/2014/main" id="{2B223DD4-BEDE-B5DB-756E-27983AA32BEB}"/>
              </a:ext>
            </a:extLst>
          </p:cNvPr>
          <p:cNvSpPr txBox="1"/>
          <p:nvPr/>
        </p:nvSpPr>
        <p:spPr>
          <a:xfrm>
            <a:off x="11540067" y="6473412"/>
            <a:ext cx="319424" cy="236456"/>
          </a:xfrm>
          <a:prstGeom prst="rect">
            <a:avLst/>
          </a:prstGeom>
          <a:noFill/>
          <a:ln>
            <a:noFill/>
          </a:ln>
        </p:spPr>
        <p:txBody>
          <a:bodyPr spcFirstLastPara="1" wrap="square" lIns="91425" tIns="45700" rIns="91425" bIns="45700" rtlCol="0" anchor="t" anchorCtr="0">
            <a:noAutofit/>
          </a:bodyPr>
          <a:lstStyle/>
          <a:p>
            <a:pPr algn="ctr"/>
            <a:fld id="{B1CC2AB6-8239-48B8-A2E2-EB62212215BC}" type="slidenum">
              <a:rPr lang="it-IT" smtClean="0">
                <a:solidFill>
                  <a:srgbClr val="0070C0"/>
                </a:solidFill>
              </a:rPr>
              <a:pPr algn="ctr"/>
              <a:t>5</a:t>
            </a:fld>
            <a:endParaRPr lang="it-IT" dirty="0">
              <a:solidFill>
                <a:srgbClr val="0070C0"/>
              </a:solidFill>
            </a:endParaRPr>
          </a:p>
        </p:txBody>
      </p:sp>
      <p:sp>
        <p:nvSpPr>
          <p:cNvPr id="3" name="Rettangolo 2">
            <a:extLst>
              <a:ext uri="{FF2B5EF4-FFF2-40B4-BE49-F238E27FC236}">
                <a16:creationId xmlns:a16="http://schemas.microsoft.com/office/drawing/2014/main" id="{2E28E58F-6578-C00C-E751-B43924158320}"/>
              </a:ext>
            </a:extLst>
          </p:cNvPr>
          <p:cNvSpPr/>
          <p:nvPr/>
        </p:nvSpPr>
        <p:spPr>
          <a:xfrm>
            <a:off x="3933247" y="6473412"/>
            <a:ext cx="3957686" cy="307777"/>
          </a:xfrm>
          <a:prstGeom prst="rect">
            <a:avLst/>
          </a:prstGeom>
        </p:spPr>
        <p:txBody>
          <a:bodyPr wrap="square">
            <a:spAutoFit/>
          </a:bodyPr>
          <a:lstStyle/>
          <a:p>
            <a:pPr algn="ctr"/>
            <a:r>
              <a:rPr lang="en-GB" dirty="0">
                <a:solidFill>
                  <a:srgbClr val="0070C0"/>
                </a:solidFill>
              </a:rPr>
              <a:t>VTL TF Meeting – Rome 30 January 2026</a:t>
            </a:r>
            <a:endParaRPr lang="it-IT" dirty="0">
              <a:solidFill>
                <a:srgbClr val="0070C0"/>
              </a:solidFill>
            </a:endParaRPr>
          </a:p>
        </p:txBody>
      </p:sp>
      <p:grpSp>
        <p:nvGrpSpPr>
          <p:cNvPr id="12" name="Gruppo 11">
            <a:extLst>
              <a:ext uri="{FF2B5EF4-FFF2-40B4-BE49-F238E27FC236}">
                <a16:creationId xmlns:a16="http://schemas.microsoft.com/office/drawing/2014/main" id="{10AC040A-2212-E3A7-9D76-E3666E96E4C5}"/>
              </a:ext>
            </a:extLst>
          </p:cNvPr>
          <p:cNvGrpSpPr/>
          <p:nvPr/>
        </p:nvGrpSpPr>
        <p:grpSpPr>
          <a:xfrm>
            <a:off x="3027872" y="163331"/>
            <a:ext cx="5572665" cy="684512"/>
            <a:chOff x="228579" y="0"/>
            <a:chExt cx="6988292" cy="684512"/>
          </a:xfrm>
        </p:grpSpPr>
        <p:sp>
          <p:nvSpPr>
            <p:cNvPr id="13" name="Rettangolo arrotondato 5">
              <a:extLst>
                <a:ext uri="{FF2B5EF4-FFF2-40B4-BE49-F238E27FC236}">
                  <a16:creationId xmlns:a16="http://schemas.microsoft.com/office/drawing/2014/main" id="{75970BA5-6DEE-4573-D665-2A6512C348C8}"/>
                </a:ext>
              </a:extLst>
            </p:cNvPr>
            <p:cNvSpPr/>
            <p:nvPr/>
          </p:nvSpPr>
          <p:spPr>
            <a:xfrm>
              <a:off x="228579" y="0"/>
              <a:ext cx="6988292" cy="684512"/>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it-IT"/>
            </a:p>
          </p:txBody>
        </p:sp>
        <p:sp>
          <p:nvSpPr>
            <p:cNvPr id="14" name="CasellaDiTesto 13">
              <a:extLst>
                <a:ext uri="{FF2B5EF4-FFF2-40B4-BE49-F238E27FC236}">
                  <a16:creationId xmlns:a16="http://schemas.microsoft.com/office/drawing/2014/main" id="{02CEA9CE-2FE4-5D5E-1B79-5A18443F6EF0}"/>
                </a:ext>
              </a:extLst>
            </p:cNvPr>
            <p:cNvSpPr txBox="1"/>
            <p:nvPr/>
          </p:nvSpPr>
          <p:spPr>
            <a:xfrm>
              <a:off x="228579" y="33415"/>
              <a:ext cx="6921462" cy="6176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4226" tIns="0" rIns="194226" bIns="0" numCol="1" spcCol="1270" anchor="ctr" anchorCtr="0">
              <a:noAutofit/>
            </a:bodyPr>
            <a:lstStyle/>
            <a:p>
              <a:pPr lvl="0" algn="l" defTabSz="1066800">
                <a:lnSpc>
                  <a:spcPct val="90000"/>
                </a:lnSpc>
                <a:spcBef>
                  <a:spcPct val="0"/>
                </a:spcBef>
                <a:spcAft>
                  <a:spcPct val="35000"/>
                </a:spcAft>
              </a:pPr>
              <a:r>
                <a:rPr lang="en-US" sz="4000" kern="1200" dirty="0"/>
                <a:t>Major Changes (merged)</a:t>
              </a:r>
              <a:endParaRPr lang="en-GB" sz="4000" kern="1200" dirty="0"/>
            </a:p>
          </p:txBody>
        </p:sp>
      </p:grpSp>
    </p:spTree>
    <p:extLst>
      <p:ext uri="{BB962C8B-B14F-4D97-AF65-F5344CB8AC3E}">
        <p14:creationId xmlns:p14="http://schemas.microsoft.com/office/powerpoint/2010/main" val="4194590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8C291-AD29-4A97-681B-B409B5D7BF4C}"/>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82A993B7-00ED-DBDF-79A8-3682550F36DF}"/>
              </a:ext>
            </a:extLst>
          </p:cNvPr>
          <p:cNvSpPr/>
          <p:nvPr/>
        </p:nvSpPr>
        <p:spPr>
          <a:xfrm>
            <a:off x="387927" y="1079528"/>
            <a:ext cx="11471564" cy="4970591"/>
          </a:xfrm>
          <a:prstGeom prst="rect">
            <a:avLst/>
          </a:prstGeom>
        </p:spPr>
        <p:txBody>
          <a:bodyPr wrap="square">
            <a:spAutoFit/>
          </a:bodyPr>
          <a:lstStyle/>
          <a:p>
            <a:pPr marL="285750" indent="-360000" algn="just">
              <a:spcBef>
                <a:spcPts val="600"/>
              </a:spcBef>
              <a:buFont typeface="Wingdings" panose="05000000000000000000" pitchFamily="2" charset="2"/>
              <a:buChar char="q"/>
            </a:pPr>
            <a:r>
              <a:rPr lang="en-GB" sz="2800" dirty="0">
                <a:solidFill>
                  <a:srgbClr val="0070C0"/>
                </a:solidFill>
              </a:rPr>
              <a:t>  Information model chart (relaxing relation between Data Structure Component   and Represented Variable entities)</a:t>
            </a:r>
          </a:p>
          <a:p>
            <a:pPr marL="285750" indent="-285750">
              <a:spcBef>
                <a:spcPts val="600"/>
              </a:spcBef>
              <a:buFont typeface="Wingdings" panose="05000000000000000000" pitchFamily="2" charset="2"/>
              <a:buChar char="q"/>
            </a:pPr>
            <a:r>
              <a:rPr lang="en-GB" sz="2800" dirty="0">
                <a:solidFill>
                  <a:srgbClr val="0070C0"/>
                </a:solidFill>
              </a:rPr>
              <a:t>  Empty string: documentation updated</a:t>
            </a:r>
          </a:p>
          <a:p>
            <a:pPr marL="285750" indent="-285750" algn="just">
              <a:spcBef>
                <a:spcPts val="600"/>
              </a:spcBef>
              <a:buFont typeface="Wingdings" panose="05000000000000000000" pitchFamily="2" charset="2"/>
              <a:buChar char="q"/>
            </a:pPr>
            <a:r>
              <a:rPr lang="en-GB" sz="2800" dirty="0">
                <a:solidFill>
                  <a:srgbClr val="0070C0"/>
                </a:solidFill>
              </a:rPr>
              <a:t>  Added specific behaviour for needed numerical operators (result will be always a number)</a:t>
            </a:r>
          </a:p>
          <a:p>
            <a:pPr marL="285750" indent="-285750" algn="just">
              <a:spcBef>
                <a:spcPts val="600"/>
              </a:spcBef>
              <a:buFont typeface="Wingdings" panose="05000000000000000000" pitchFamily="2" charset="2"/>
              <a:buChar char="q"/>
            </a:pPr>
            <a:r>
              <a:rPr lang="en-US" sz="2800" dirty="0">
                <a:solidFill>
                  <a:srgbClr val="0070C0"/>
                </a:solidFill>
              </a:rPr>
              <a:t> Unpivot operator: weakening constraint </a:t>
            </a:r>
            <a:r>
              <a:rPr lang="en-US" sz="2000" dirty="0">
                <a:solidFill>
                  <a:srgbClr val="0070C0"/>
                </a:solidFill>
              </a:rPr>
              <a:t>(</a:t>
            </a:r>
            <a:r>
              <a:rPr lang="en-US" sz="2000" dirty="0">
                <a:solidFill>
                  <a:srgbClr val="FF0000"/>
                </a:solidFill>
              </a:rPr>
              <a:t>all the measures of op must be defined on the same Value Domain </a:t>
            </a:r>
            <a:r>
              <a:rPr lang="en-US" sz="2000" dirty="0">
                <a:solidFill>
                  <a:srgbClr val="FF0000"/>
                </a:solidFill>
                <a:sym typeface="Wingdings" panose="05000000000000000000" pitchFamily="2" charset="2"/>
              </a:rPr>
              <a:t></a:t>
            </a:r>
            <a:r>
              <a:rPr lang="en-US" sz="2000" dirty="0">
                <a:solidFill>
                  <a:srgbClr val="FF0000"/>
                </a:solidFill>
              </a:rPr>
              <a:t> </a:t>
            </a:r>
            <a:r>
              <a:rPr lang="en-US" sz="2000" dirty="0">
                <a:solidFill>
                  <a:srgbClr val="0070C0"/>
                </a:solidFill>
              </a:rPr>
              <a:t>all the measures of op must have the same basic scalar type, including sub-types)</a:t>
            </a:r>
            <a:endParaRPr lang="en-GB" sz="2000" dirty="0">
              <a:solidFill>
                <a:srgbClr val="0070C0"/>
              </a:solidFill>
            </a:endParaRPr>
          </a:p>
          <a:p>
            <a:pPr marL="457200" lvl="5" indent="-457200" algn="just">
              <a:spcBef>
                <a:spcPts val="600"/>
              </a:spcBef>
              <a:buFont typeface="Wingdings" panose="05000000000000000000" pitchFamily="2" charset="2"/>
              <a:buChar char="q"/>
            </a:pPr>
            <a:r>
              <a:rPr lang="en-US" sz="2800" dirty="0">
                <a:solidFill>
                  <a:srgbClr val="0070C0"/>
                </a:solidFill>
              </a:rPr>
              <a:t>Only POSIX Extended Regular Expressions (not ERE classes) are currently supported by VTL</a:t>
            </a:r>
          </a:p>
          <a:p>
            <a:pPr marL="457200" lvl="5" indent="-457200" algn="just">
              <a:spcBef>
                <a:spcPts val="600"/>
              </a:spcBef>
              <a:buFont typeface="Wingdings" panose="05000000000000000000" pitchFamily="2" charset="2"/>
              <a:buChar char="q"/>
            </a:pPr>
            <a:r>
              <a:rPr lang="en-US" sz="2800" dirty="0">
                <a:solidFill>
                  <a:srgbClr val="0070C0"/>
                </a:solidFill>
              </a:rPr>
              <a:t>Change NULL, TRUE and FALSE to lowercase</a:t>
            </a:r>
            <a:endParaRPr lang="en-GB" sz="2800" dirty="0">
              <a:solidFill>
                <a:srgbClr val="FF0000"/>
              </a:solidFill>
            </a:endParaRPr>
          </a:p>
        </p:txBody>
      </p:sp>
      <p:sp>
        <p:nvSpPr>
          <p:cNvPr id="11" name="CasellaDiTesto 10">
            <a:extLst>
              <a:ext uri="{FF2B5EF4-FFF2-40B4-BE49-F238E27FC236}">
                <a16:creationId xmlns:a16="http://schemas.microsoft.com/office/drawing/2014/main" id="{9550DF8B-F667-656C-6E81-72C7F474239F}"/>
              </a:ext>
            </a:extLst>
          </p:cNvPr>
          <p:cNvSpPr txBox="1"/>
          <p:nvPr/>
        </p:nvSpPr>
        <p:spPr>
          <a:xfrm>
            <a:off x="11540067" y="6473412"/>
            <a:ext cx="319424" cy="236456"/>
          </a:xfrm>
          <a:prstGeom prst="rect">
            <a:avLst/>
          </a:prstGeom>
          <a:noFill/>
          <a:ln>
            <a:noFill/>
          </a:ln>
        </p:spPr>
        <p:txBody>
          <a:bodyPr spcFirstLastPara="1" wrap="square" lIns="91425" tIns="45700" rIns="91425" bIns="45700" rtlCol="0" anchor="t" anchorCtr="0">
            <a:noAutofit/>
          </a:bodyPr>
          <a:lstStyle/>
          <a:p>
            <a:pPr algn="ctr"/>
            <a:fld id="{B1CC2AB6-8239-48B8-A2E2-EB62212215BC}" type="slidenum">
              <a:rPr lang="it-IT" smtClean="0">
                <a:solidFill>
                  <a:srgbClr val="0070C0"/>
                </a:solidFill>
              </a:rPr>
              <a:pPr algn="ctr"/>
              <a:t>6</a:t>
            </a:fld>
            <a:endParaRPr lang="it-IT" dirty="0">
              <a:solidFill>
                <a:srgbClr val="0070C0"/>
              </a:solidFill>
            </a:endParaRPr>
          </a:p>
        </p:txBody>
      </p:sp>
      <p:sp>
        <p:nvSpPr>
          <p:cNvPr id="3" name="Rettangolo 2">
            <a:extLst>
              <a:ext uri="{FF2B5EF4-FFF2-40B4-BE49-F238E27FC236}">
                <a16:creationId xmlns:a16="http://schemas.microsoft.com/office/drawing/2014/main" id="{43B96484-1931-7743-E265-E249A2BEE03C}"/>
              </a:ext>
            </a:extLst>
          </p:cNvPr>
          <p:cNvSpPr/>
          <p:nvPr/>
        </p:nvSpPr>
        <p:spPr>
          <a:xfrm>
            <a:off x="3933247" y="6473412"/>
            <a:ext cx="3957686" cy="307777"/>
          </a:xfrm>
          <a:prstGeom prst="rect">
            <a:avLst/>
          </a:prstGeom>
        </p:spPr>
        <p:txBody>
          <a:bodyPr wrap="square">
            <a:spAutoFit/>
          </a:bodyPr>
          <a:lstStyle/>
          <a:p>
            <a:pPr algn="ctr"/>
            <a:r>
              <a:rPr lang="en-GB" dirty="0">
                <a:solidFill>
                  <a:srgbClr val="0070C0"/>
                </a:solidFill>
              </a:rPr>
              <a:t>VTL TF Meeting – Rome 30 January 2026</a:t>
            </a:r>
            <a:endParaRPr lang="it-IT" dirty="0">
              <a:solidFill>
                <a:srgbClr val="0070C0"/>
              </a:solidFill>
            </a:endParaRPr>
          </a:p>
        </p:txBody>
      </p:sp>
      <p:grpSp>
        <p:nvGrpSpPr>
          <p:cNvPr id="12" name="Gruppo 11">
            <a:extLst>
              <a:ext uri="{FF2B5EF4-FFF2-40B4-BE49-F238E27FC236}">
                <a16:creationId xmlns:a16="http://schemas.microsoft.com/office/drawing/2014/main" id="{C3035C65-1031-DCA2-058B-76FE872D0CC7}"/>
              </a:ext>
            </a:extLst>
          </p:cNvPr>
          <p:cNvGrpSpPr/>
          <p:nvPr/>
        </p:nvGrpSpPr>
        <p:grpSpPr>
          <a:xfrm>
            <a:off x="2493034" y="163331"/>
            <a:ext cx="7668883" cy="684512"/>
            <a:chOff x="228579" y="0"/>
            <a:chExt cx="6988292" cy="684512"/>
          </a:xfrm>
        </p:grpSpPr>
        <p:sp>
          <p:nvSpPr>
            <p:cNvPr id="13" name="Rettangolo arrotondato 5">
              <a:extLst>
                <a:ext uri="{FF2B5EF4-FFF2-40B4-BE49-F238E27FC236}">
                  <a16:creationId xmlns:a16="http://schemas.microsoft.com/office/drawing/2014/main" id="{F3601D39-DE5D-D3BD-F112-042FCCFA52F4}"/>
                </a:ext>
              </a:extLst>
            </p:cNvPr>
            <p:cNvSpPr/>
            <p:nvPr/>
          </p:nvSpPr>
          <p:spPr>
            <a:xfrm>
              <a:off x="228579" y="0"/>
              <a:ext cx="6988292" cy="684512"/>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it-IT"/>
            </a:p>
          </p:txBody>
        </p:sp>
        <p:sp>
          <p:nvSpPr>
            <p:cNvPr id="14" name="CasellaDiTesto 13">
              <a:extLst>
                <a:ext uri="{FF2B5EF4-FFF2-40B4-BE49-F238E27FC236}">
                  <a16:creationId xmlns:a16="http://schemas.microsoft.com/office/drawing/2014/main" id="{6EBADB71-962C-527E-6560-C9FFAF282176}"/>
                </a:ext>
              </a:extLst>
            </p:cNvPr>
            <p:cNvSpPr txBox="1"/>
            <p:nvPr/>
          </p:nvSpPr>
          <p:spPr>
            <a:xfrm>
              <a:off x="228579" y="33415"/>
              <a:ext cx="6921462" cy="6176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4226" tIns="0" rIns="194226" bIns="0" numCol="1" spcCol="1270" anchor="ctr" anchorCtr="0">
              <a:noAutofit/>
            </a:bodyPr>
            <a:lstStyle/>
            <a:p>
              <a:pPr lvl="0" algn="l" defTabSz="1066800">
                <a:lnSpc>
                  <a:spcPct val="90000"/>
                </a:lnSpc>
                <a:spcBef>
                  <a:spcPct val="0"/>
                </a:spcBef>
                <a:spcAft>
                  <a:spcPct val="35000"/>
                </a:spcAft>
              </a:pPr>
              <a:r>
                <a:rPr lang="en-US" sz="4000" kern="1200" dirty="0"/>
                <a:t>Documentation Changes (merged)</a:t>
              </a:r>
              <a:endParaRPr lang="en-GB" sz="4000" kern="1200" dirty="0"/>
            </a:p>
          </p:txBody>
        </p:sp>
      </p:grpSp>
    </p:spTree>
    <p:extLst>
      <p:ext uri="{BB962C8B-B14F-4D97-AF65-F5344CB8AC3E}">
        <p14:creationId xmlns:p14="http://schemas.microsoft.com/office/powerpoint/2010/main" val="306748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C4587-353F-226E-9D6D-A814D30AE7F2}"/>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ABCC3F26-8140-22A1-07CD-DCC90BD7EA95}"/>
              </a:ext>
            </a:extLst>
          </p:cNvPr>
          <p:cNvSpPr/>
          <p:nvPr/>
        </p:nvSpPr>
        <p:spPr>
          <a:xfrm>
            <a:off x="387927" y="967385"/>
            <a:ext cx="11471564" cy="4121449"/>
          </a:xfrm>
          <a:prstGeom prst="rect">
            <a:avLst/>
          </a:prstGeom>
        </p:spPr>
        <p:txBody>
          <a:bodyPr wrap="square">
            <a:spAutoFit/>
          </a:bodyPr>
          <a:lstStyle/>
          <a:p>
            <a:pPr marL="285750" indent="-285750">
              <a:lnSpc>
                <a:spcPct val="150000"/>
              </a:lnSpc>
              <a:spcBef>
                <a:spcPts val="600"/>
              </a:spcBef>
              <a:buFont typeface="Wingdings" panose="05000000000000000000" pitchFamily="2" charset="2"/>
              <a:buChar char="q"/>
            </a:pPr>
            <a:r>
              <a:rPr lang="en-GB" sz="2800" dirty="0">
                <a:solidFill>
                  <a:srgbClr val="0070C0"/>
                </a:solidFill>
              </a:rPr>
              <a:t> Added partition except (with all option) in the analytic invocation (now in develop) </a:t>
            </a:r>
            <a:r>
              <a:rPr lang="en-GB" sz="2800" dirty="0">
                <a:solidFill>
                  <a:srgbClr val="0070C0"/>
                </a:solidFill>
                <a:sym typeface="Wingdings" panose="05000000000000000000" pitchFamily="2" charset="2"/>
              </a:rPr>
              <a:t> Javier</a:t>
            </a:r>
          </a:p>
          <a:p>
            <a:pPr marL="285750" indent="-285750">
              <a:lnSpc>
                <a:spcPct val="150000"/>
              </a:lnSpc>
              <a:spcBef>
                <a:spcPts val="600"/>
              </a:spcBef>
              <a:buFont typeface="Wingdings" panose="05000000000000000000" pitchFamily="2" charset="2"/>
              <a:buChar char="q"/>
            </a:pPr>
            <a:r>
              <a:rPr lang="en-GB" sz="2800" dirty="0">
                <a:solidFill>
                  <a:srgbClr val="0070C0"/>
                </a:solidFill>
                <a:sym typeface="Wingdings" panose="05000000000000000000" pitchFamily="2" charset="2"/>
              </a:rPr>
              <a:t> New string distance operator (now in develop)  add link for authoritative specification</a:t>
            </a:r>
            <a:endParaRPr lang="en-GB" sz="2800" dirty="0">
              <a:solidFill>
                <a:srgbClr val="0070C0"/>
              </a:solidFill>
            </a:endParaRPr>
          </a:p>
          <a:p>
            <a:pPr marL="285750" indent="-285750">
              <a:lnSpc>
                <a:spcPct val="150000"/>
              </a:lnSpc>
              <a:spcBef>
                <a:spcPts val="600"/>
              </a:spcBef>
              <a:buFont typeface="Wingdings" panose="05000000000000000000" pitchFamily="2" charset="2"/>
              <a:buChar char="q"/>
            </a:pPr>
            <a:r>
              <a:rPr lang="en-GB" sz="2800" dirty="0">
                <a:solidFill>
                  <a:srgbClr val="0070C0"/>
                </a:solidFill>
              </a:rPr>
              <a:t> New join specifications (PR #648) </a:t>
            </a:r>
            <a:r>
              <a:rPr lang="en-GB" sz="2800" dirty="0">
                <a:solidFill>
                  <a:srgbClr val="0070C0"/>
                </a:solidFill>
                <a:sym typeface="Wingdings" panose="05000000000000000000" pitchFamily="2" charset="2"/>
              </a:rPr>
              <a:t> Valentino grammar updated</a:t>
            </a:r>
            <a:endParaRPr lang="en-GB" sz="2800" dirty="0">
              <a:solidFill>
                <a:srgbClr val="0070C0"/>
              </a:solidFill>
            </a:endParaRPr>
          </a:p>
          <a:p>
            <a:pPr marL="285750" indent="-285750">
              <a:lnSpc>
                <a:spcPct val="150000"/>
              </a:lnSpc>
              <a:spcBef>
                <a:spcPts val="600"/>
              </a:spcBef>
              <a:buFont typeface="Wingdings" panose="05000000000000000000" pitchFamily="2" charset="2"/>
              <a:buChar char="q"/>
            </a:pPr>
            <a:r>
              <a:rPr lang="en-GB" sz="2800" dirty="0">
                <a:solidFill>
                  <a:srgbClr val="0070C0"/>
                </a:solidFill>
              </a:rPr>
              <a:t> New viral propagation dl operator (PR to be opened) </a:t>
            </a:r>
            <a:r>
              <a:rPr lang="en-GB" sz="2800" dirty="0">
                <a:solidFill>
                  <a:srgbClr val="0070C0"/>
                </a:solidFill>
                <a:sym typeface="Wingdings" panose="05000000000000000000" pitchFamily="2" charset="2"/>
              </a:rPr>
              <a:t> Antonio</a:t>
            </a:r>
            <a:endParaRPr lang="en-GB" sz="2800" dirty="0">
              <a:solidFill>
                <a:srgbClr val="FF0000"/>
              </a:solidFill>
            </a:endParaRPr>
          </a:p>
        </p:txBody>
      </p:sp>
      <p:sp>
        <p:nvSpPr>
          <p:cNvPr id="11" name="CasellaDiTesto 10">
            <a:extLst>
              <a:ext uri="{FF2B5EF4-FFF2-40B4-BE49-F238E27FC236}">
                <a16:creationId xmlns:a16="http://schemas.microsoft.com/office/drawing/2014/main" id="{71462CCD-955B-7B19-1E18-36EFF56DB878}"/>
              </a:ext>
            </a:extLst>
          </p:cNvPr>
          <p:cNvSpPr txBox="1"/>
          <p:nvPr/>
        </p:nvSpPr>
        <p:spPr>
          <a:xfrm>
            <a:off x="11540067" y="6473412"/>
            <a:ext cx="319424" cy="236456"/>
          </a:xfrm>
          <a:prstGeom prst="rect">
            <a:avLst/>
          </a:prstGeom>
          <a:noFill/>
          <a:ln>
            <a:noFill/>
          </a:ln>
        </p:spPr>
        <p:txBody>
          <a:bodyPr spcFirstLastPara="1" wrap="square" lIns="91425" tIns="45700" rIns="91425" bIns="45700" rtlCol="0" anchor="t" anchorCtr="0">
            <a:noAutofit/>
          </a:bodyPr>
          <a:lstStyle/>
          <a:p>
            <a:pPr algn="ctr"/>
            <a:fld id="{B1CC2AB6-8239-48B8-A2E2-EB62212215BC}" type="slidenum">
              <a:rPr lang="it-IT" smtClean="0">
                <a:solidFill>
                  <a:srgbClr val="0070C0"/>
                </a:solidFill>
              </a:rPr>
              <a:pPr algn="ctr"/>
              <a:t>7</a:t>
            </a:fld>
            <a:endParaRPr lang="it-IT" dirty="0">
              <a:solidFill>
                <a:srgbClr val="0070C0"/>
              </a:solidFill>
            </a:endParaRPr>
          </a:p>
        </p:txBody>
      </p:sp>
      <p:sp>
        <p:nvSpPr>
          <p:cNvPr id="3" name="Rettangolo 2">
            <a:extLst>
              <a:ext uri="{FF2B5EF4-FFF2-40B4-BE49-F238E27FC236}">
                <a16:creationId xmlns:a16="http://schemas.microsoft.com/office/drawing/2014/main" id="{FEF6C849-9035-9062-99AC-C01675757CDE}"/>
              </a:ext>
            </a:extLst>
          </p:cNvPr>
          <p:cNvSpPr/>
          <p:nvPr/>
        </p:nvSpPr>
        <p:spPr>
          <a:xfrm>
            <a:off x="3933247" y="6473412"/>
            <a:ext cx="3957686" cy="307777"/>
          </a:xfrm>
          <a:prstGeom prst="rect">
            <a:avLst/>
          </a:prstGeom>
        </p:spPr>
        <p:txBody>
          <a:bodyPr wrap="square">
            <a:spAutoFit/>
          </a:bodyPr>
          <a:lstStyle/>
          <a:p>
            <a:pPr algn="ctr"/>
            <a:r>
              <a:rPr lang="en-GB" dirty="0">
                <a:solidFill>
                  <a:srgbClr val="0070C0"/>
                </a:solidFill>
              </a:rPr>
              <a:t>VTL TF Meeting – Rome 30 January 2026</a:t>
            </a:r>
            <a:endParaRPr lang="it-IT" dirty="0">
              <a:solidFill>
                <a:srgbClr val="0070C0"/>
              </a:solidFill>
            </a:endParaRPr>
          </a:p>
        </p:txBody>
      </p:sp>
      <p:grpSp>
        <p:nvGrpSpPr>
          <p:cNvPr id="12" name="Gruppo 11">
            <a:extLst>
              <a:ext uri="{FF2B5EF4-FFF2-40B4-BE49-F238E27FC236}">
                <a16:creationId xmlns:a16="http://schemas.microsoft.com/office/drawing/2014/main" id="{606B3820-DFC8-91B6-2BBE-D7F7DD3BBFDE}"/>
              </a:ext>
            </a:extLst>
          </p:cNvPr>
          <p:cNvGrpSpPr/>
          <p:nvPr/>
        </p:nvGrpSpPr>
        <p:grpSpPr>
          <a:xfrm>
            <a:off x="1630392" y="163331"/>
            <a:ext cx="8143336" cy="684512"/>
            <a:chOff x="228579" y="0"/>
            <a:chExt cx="6988292" cy="684512"/>
          </a:xfrm>
        </p:grpSpPr>
        <p:sp>
          <p:nvSpPr>
            <p:cNvPr id="13" name="Rettangolo arrotondato 5">
              <a:extLst>
                <a:ext uri="{FF2B5EF4-FFF2-40B4-BE49-F238E27FC236}">
                  <a16:creationId xmlns:a16="http://schemas.microsoft.com/office/drawing/2014/main" id="{02E82780-F25C-B12E-C94A-655BAF5A7AF1}"/>
                </a:ext>
              </a:extLst>
            </p:cNvPr>
            <p:cNvSpPr/>
            <p:nvPr/>
          </p:nvSpPr>
          <p:spPr>
            <a:xfrm>
              <a:off x="228579" y="0"/>
              <a:ext cx="6988292" cy="684512"/>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it-IT"/>
            </a:p>
          </p:txBody>
        </p:sp>
        <p:sp>
          <p:nvSpPr>
            <p:cNvPr id="14" name="CasellaDiTesto 13">
              <a:extLst>
                <a:ext uri="{FF2B5EF4-FFF2-40B4-BE49-F238E27FC236}">
                  <a16:creationId xmlns:a16="http://schemas.microsoft.com/office/drawing/2014/main" id="{7C20A8BC-6633-120A-AEB1-468376C48B14}"/>
                </a:ext>
              </a:extLst>
            </p:cNvPr>
            <p:cNvSpPr txBox="1"/>
            <p:nvPr/>
          </p:nvSpPr>
          <p:spPr>
            <a:xfrm>
              <a:off x="228579" y="33415"/>
              <a:ext cx="6921462" cy="6176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4226" tIns="0" rIns="194226" bIns="0" numCol="1" spcCol="1270" anchor="ctr" anchorCtr="0">
              <a:noAutofit/>
            </a:bodyPr>
            <a:lstStyle/>
            <a:p>
              <a:pPr lvl="0" algn="l" defTabSz="1066800">
                <a:lnSpc>
                  <a:spcPct val="90000"/>
                </a:lnSpc>
                <a:spcBef>
                  <a:spcPct val="0"/>
                </a:spcBef>
                <a:spcAft>
                  <a:spcPct val="35000"/>
                </a:spcAft>
              </a:pPr>
              <a:r>
                <a:rPr lang="en-US" sz="4000" kern="1200" dirty="0"/>
                <a:t>Changes waiting for grammar update</a:t>
              </a:r>
              <a:endParaRPr lang="en-GB" sz="4000" kern="1200" dirty="0"/>
            </a:p>
          </p:txBody>
        </p:sp>
      </p:grpSp>
    </p:spTree>
    <p:extLst>
      <p:ext uri="{BB962C8B-B14F-4D97-AF65-F5344CB8AC3E}">
        <p14:creationId xmlns:p14="http://schemas.microsoft.com/office/powerpoint/2010/main" val="3079861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D720C-5303-262E-6804-C7E01F706DEC}"/>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D8E0C084-92AB-BEA3-6E24-BB21F1C38062}"/>
              </a:ext>
            </a:extLst>
          </p:cNvPr>
          <p:cNvSpPr/>
          <p:nvPr/>
        </p:nvSpPr>
        <p:spPr>
          <a:xfrm>
            <a:off x="387927" y="1062276"/>
            <a:ext cx="11471564" cy="4998484"/>
          </a:xfrm>
          <a:prstGeom prst="rect">
            <a:avLst/>
          </a:prstGeom>
        </p:spPr>
        <p:txBody>
          <a:bodyPr wrap="square">
            <a:spAutoFit/>
          </a:bodyPr>
          <a:lstStyle/>
          <a:p>
            <a:pPr marL="285750" indent="-285750">
              <a:lnSpc>
                <a:spcPct val="150000"/>
              </a:lnSpc>
              <a:spcBef>
                <a:spcPts val="600"/>
              </a:spcBef>
              <a:buFont typeface="Wingdings" panose="05000000000000000000" pitchFamily="2" charset="2"/>
              <a:buChar char="q"/>
            </a:pPr>
            <a:r>
              <a:rPr lang="en-GB" sz="2800" dirty="0">
                <a:solidFill>
                  <a:srgbClr val="0070C0"/>
                </a:solidFill>
              </a:rPr>
              <a:t> Allow grouping by non-null measures (#626)</a:t>
            </a:r>
          </a:p>
          <a:p>
            <a:pPr marL="285750" indent="-285750">
              <a:lnSpc>
                <a:spcPct val="150000"/>
              </a:lnSpc>
              <a:spcBef>
                <a:spcPts val="600"/>
              </a:spcBef>
              <a:buFont typeface="Wingdings" panose="05000000000000000000" pitchFamily="2" charset="2"/>
              <a:buChar char="q"/>
            </a:pPr>
            <a:r>
              <a:rPr lang="en-GB" sz="2800" dirty="0">
                <a:solidFill>
                  <a:srgbClr val="0070C0"/>
                </a:solidFill>
              </a:rPr>
              <a:t> Distinct operator (#631)</a:t>
            </a:r>
          </a:p>
          <a:p>
            <a:pPr marL="285750" indent="-285750">
              <a:lnSpc>
                <a:spcPct val="150000"/>
              </a:lnSpc>
              <a:spcBef>
                <a:spcPts val="600"/>
              </a:spcBef>
              <a:buFont typeface="Wingdings" panose="05000000000000000000" pitchFamily="2" charset="2"/>
              <a:buChar char="q"/>
            </a:pPr>
            <a:r>
              <a:rPr lang="en-GB" sz="2800" dirty="0">
                <a:solidFill>
                  <a:srgbClr val="0070C0"/>
                </a:solidFill>
              </a:rPr>
              <a:t> Weights in analytical operators (#632)</a:t>
            </a:r>
          </a:p>
          <a:p>
            <a:pPr marL="285750" indent="-285750">
              <a:lnSpc>
                <a:spcPct val="150000"/>
              </a:lnSpc>
              <a:spcBef>
                <a:spcPts val="600"/>
              </a:spcBef>
              <a:buFont typeface="Wingdings" panose="05000000000000000000" pitchFamily="2" charset="2"/>
              <a:buChar char="q"/>
            </a:pPr>
            <a:r>
              <a:rPr lang="en-GB" sz="2800" dirty="0">
                <a:solidFill>
                  <a:srgbClr val="0070C0"/>
                </a:solidFill>
              </a:rPr>
              <a:t> Percentile in aggregate/analytic operators (#636)</a:t>
            </a:r>
          </a:p>
          <a:p>
            <a:pPr marL="285750" indent="-285750">
              <a:lnSpc>
                <a:spcPct val="150000"/>
              </a:lnSpc>
              <a:spcBef>
                <a:spcPts val="600"/>
              </a:spcBef>
              <a:buFont typeface="Wingdings" panose="05000000000000000000" pitchFamily="2" charset="2"/>
              <a:buChar char="q"/>
            </a:pPr>
            <a:r>
              <a:rPr lang="en-GB" sz="2800" dirty="0">
                <a:solidFill>
                  <a:srgbClr val="0070C0"/>
                </a:solidFill>
              </a:rPr>
              <a:t> Extending rank with more tie methods (#641)</a:t>
            </a:r>
          </a:p>
          <a:p>
            <a:pPr marL="285750" indent="-285750">
              <a:lnSpc>
                <a:spcPct val="150000"/>
              </a:lnSpc>
              <a:spcBef>
                <a:spcPts val="600"/>
              </a:spcBef>
              <a:buFont typeface="Wingdings" panose="05000000000000000000" pitchFamily="2" charset="2"/>
              <a:buChar char="q"/>
            </a:pPr>
            <a:r>
              <a:rPr lang="en-GB" sz="2800" dirty="0">
                <a:solidFill>
                  <a:srgbClr val="0070C0"/>
                </a:solidFill>
              </a:rPr>
              <a:t> Allow components in time operators (#649)</a:t>
            </a:r>
          </a:p>
          <a:p>
            <a:pPr marL="285750" indent="-285750">
              <a:lnSpc>
                <a:spcPct val="150000"/>
              </a:lnSpc>
              <a:spcBef>
                <a:spcPts val="600"/>
              </a:spcBef>
              <a:buFont typeface="Wingdings" panose="05000000000000000000" pitchFamily="2" charset="2"/>
              <a:buChar char="q"/>
            </a:pPr>
            <a:r>
              <a:rPr lang="en-GB" sz="2800" dirty="0">
                <a:solidFill>
                  <a:srgbClr val="0070C0"/>
                </a:solidFill>
              </a:rPr>
              <a:t> Getting a set from a component (#?)</a:t>
            </a:r>
            <a:endParaRPr lang="en-GB" sz="2800" dirty="0">
              <a:solidFill>
                <a:srgbClr val="FF0000"/>
              </a:solidFill>
            </a:endParaRPr>
          </a:p>
        </p:txBody>
      </p:sp>
      <p:sp>
        <p:nvSpPr>
          <p:cNvPr id="11" name="CasellaDiTesto 10">
            <a:extLst>
              <a:ext uri="{FF2B5EF4-FFF2-40B4-BE49-F238E27FC236}">
                <a16:creationId xmlns:a16="http://schemas.microsoft.com/office/drawing/2014/main" id="{1227DDAC-65A6-3D71-B3DF-830065CE476F}"/>
              </a:ext>
            </a:extLst>
          </p:cNvPr>
          <p:cNvSpPr txBox="1"/>
          <p:nvPr/>
        </p:nvSpPr>
        <p:spPr>
          <a:xfrm>
            <a:off x="11540067" y="6473412"/>
            <a:ext cx="319424" cy="236456"/>
          </a:xfrm>
          <a:prstGeom prst="rect">
            <a:avLst/>
          </a:prstGeom>
          <a:noFill/>
          <a:ln>
            <a:noFill/>
          </a:ln>
        </p:spPr>
        <p:txBody>
          <a:bodyPr spcFirstLastPara="1" wrap="square" lIns="91425" tIns="45700" rIns="91425" bIns="45700" rtlCol="0" anchor="t" anchorCtr="0">
            <a:noAutofit/>
          </a:bodyPr>
          <a:lstStyle/>
          <a:p>
            <a:pPr algn="ctr"/>
            <a:fld id="{B1CC2AB6-8239-48B8-A2E2-EB62212215BC}" type="slidenum">
              <a:rPr lang="it-IT" smtClean="0">
                <a:solidFill>
                  <a:srgbClr val="0070C0"/>
                </a:solidFill>
              </a:rPr>
              <a:pPr algn="ctr"/>
              <a:t>8</a:t>
            </a:fld>
            <a:endParaRPr lang="it-IT" dirty="0">
              <a:solidFill>
                <a:srgbClr val="0070C0"/>
              </a:solidFill>
            </a:endParaRPr>
          </a:p>
        </p:txBody>
      </p:sp>
      <p:sp>
        <p:nvSpPr>
          <p:cNvPr id="3" name="Rettangolo 2">
            <a:extLst>
              <a:ext uri="{FF2B5EF4-FFF2-40B4-BE49-F238E27FC236}">
                <a16:creationId xmlns:a16="http://schemas.microsoft.com/office/drawing/2014/main" id="{0E5F2DF6-19B6-251B-F8D8-069CF7733ACD}"/>
              </a:ext>
            </a:extLst>
          </p:cNvPr>
          <p:cNvSpPr/>
          <p:nvPr/>
        </p:nvSpPr>
        <p:spPr>
          <a:xfrm>
            <a:off x="3933247" y="6473412"/>
            <a:ext cx="3957686" cy="307777"/>
          </a:xfrm>
          <a:prstGeom prst="rect">
            <a:avLst/>
          </a:prstGeom>
        </p:spPr>
        <p:txBody>
          <a:bodyPr wrap="square">
            <a:spAutoFit/>
          </a:bodyPr>
          <a:lstStyle/>
          <a:p>
            <a:pPr algn="ctr"/>
            <a:r>
              <a:rPr lang="en-GB" dirty="0">
                <a:solidFill>
                  <a:srgbClr val="0070C0"/>
                </a:solidFill>
              </a:rPr>
              <a:t>VTL TF Meeting – Rome 30 January 2026</a:t>
            </a:r>
            <a:endParaRPr lang="it-IT" dirty="0">
              <a:solidFill>
                <a:srgbClr val="0070C0"/>
              </a:solidFill>
            </a:endParaRPr>
          </a:p>
        </p:txBody>
      </p:sp>
      <p:grpSp>
        <p:nvGrpSpPr>
          <p:cNvPr id="12" name="Gruppo 11">
            <a:extLst>
              <a:ext uri="{FF2B5EF4-FFF2-40B4-BE49-F238E27FC236}">
                <a16:creationId xmlns:a16="http://schemas.microsoft.com/office/drawing/2014/main" id="{7EC33CBF-7875-BA97-A97D-74A6E996051C}"/>
              </a:ext>
            </a:extLst>
          </p:cNvPr>
          <p:cNvGrpSpPr/>
          <p:nvPr/>
        </p:nvGrpSpPr>
        <p:grpSpPr>
          <a:xfrm>
            <a:off x="3829730" y="163331"/>
            <a:ext cx="3407832" cy="684512"/>
            <a:chOff x="228579" y="0"/>
            <a:chExt cx="6988292" cy="684512"/>
          </a:xfrm>
        </p:grpSpPr>
        <p:sp>
          <p:nvSpPr>
            <p:cNvPr id="13" name="Rettangolo arrotondato 5">
              <a:extLst>
                <a:ext uri="{FF2B5EF4-FFF2-40B4-BE49-F238E27FC236}">
                  <a16:creationId xmlns:a16="http://schemas.microsoft.com/office/drawing/2014/main" id="{C592301E-7223-D572-5FE1-B8FFC583102F}"/>
                </a:ext>
              </a:extLst>
            </p:cNvPr>
            <p:cNvSpPr/>
            <p:nvPr/>
          </p:nvSpPr>
          <p:spPr>
            <a:xfrm>
              <a:off x="228579" y="0"/>
              <a:ext cx="6988292" cy="684512"/>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it-IT"/>
            </a:p>
          </p:txBody>
        </p:sp>
        <p:sp>
          <p:nvSpPr>
            <p:cNvPr id="14" name="CasellaDiTesto 13">
              <a:extLst>
                <a:ext uri="{FF2B5EF4-FFF2-40B4-BE49-F238E27FC236}">
                  <a16:creationId xmlns:a16="http://schemas.microsoft.com/office/drawing/2014/main" id="{AE17420C-47CB-838B-EB42-40C2E48FE62A}"/>
                </a:ext>
              </a:extLst>
            </p:cNvPr>
            <p:cNvSpPr txBox="1"/>
            <p:nvPr/>
          </p:nvSpPr>
          <p:spPr>
            <a:xfrm>
              <a:off x="228579" y="33415"/>
              <a:ext cx="6921462" cy="6176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4226" tIns="0" rIns="194226" bIns="0" numCol="1" spcCol="1270" anchor="ctr" anchorCtr="0">
              <a:noAutofit/>
            </a:bodyPr>
            <a:lstStyle/>
            <a:p>
              <a:pPr lvl="0" algn="l" defTabSz="1066800">
                <a:lnSpc>
                  <a:spcPct val="90000"/>
                </a:lnSpc>
                <a:spcBef>
                  <a:spcPct val="0"/>
                </a:spcBef>
                <a:spcAft>
                  <a:spcPct val="35000"/>
                </a:spcAft>
              </a:pPr>
              <a:r>
                <a:rPr lang="en-US" sz="4000" kern="1200" dirty="0"/>
                <a:t>New requests</a:t>
              </a:r>
              <a:endParaRPr lang="en-GB" sz="4000" kern="1200" dirty="0"/>
            </a:p>
          </p:txBody>
        </p:sp>
      </p:grpSp>
    </p:spTree>
    <p:extLst>
      <p:ext uri="{BB962C8B-B14F-4D97-AF65-F5344CB8AC3E}">
        <p14:creationId xmlns:p14="http://schemas.microsoft.com/office/powerpoint/2010/main" val="4015443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E8A7D-D643-E915-8876-34D617CBA7F0}"/>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879F7B03-6A7B-8167-C002-9B36D9105A10}"/>
              </a:ext>
            </a:extLst>
          </p:cNvPr>
          <p:cNvSpPr/>
          <p:nvPr/>
        </p:nvSpPr>
        <p:spPr>
          <a:xfrm>
            <a:off x="360218" y="881258"/>
            <a:ext cx="11471564" cy="5452583"/>
          </a:xfrm>
          <a:prstGeom prst="rect">
            <a:avLst/>
          </a:prstGeom>
        </p:spPr>
        <p:txBody>
          <a:bodyPr wrap="square">
            <a:spAutoFit/>
          </a:bodyPr>
          <a:lstStyle/>
          <a:p>
            <a:pPr marL="285750" indent="-285750">
              <a:lnSpc>
                <a:spcPct val="150000"/>
              </a:lnSpc>
              <a:spcBef>
                <a:spcPts val="300"/>
              </a:spcBef>
              <a:buFont typeface="Wingdings" panose="05000000000000000000" pitchFamily="2" charset="2"/>
              <a:buChar char="q"/>
            </a:pPr>
            <a:r>
              <a:rPr lang="en-GB" sz="2800" dirty="0">
                <a:solidFill>
                  <a:srgbClr val="0070C0"/>
                </a:solidFill>
              </a:rPr>
              <a:t> JSON schema </a:t>
            </a:r>
            <a:r>
              <a:rPr lang="en-GB" sz="2800" dirty="0">
                <a:solidFill>
                  <a:srgbClr val="0070C0"/>
                </a:solidFill>
                <a:sym typeface="Wingdings" panose="05000000000000000000" pitchFamily="2" charset="2"/>
              </a:rPr>
              <a:t> JSON </a:t>
            </a:r>
            <a:r>
              <a:rPr lang="en-GB" sz="2800" dirty="0" err="1">
                <a:solidFill>
                  <a:srgbClr val="0070C0"/>
                </a:solidFill>
                <a:sym typeface="Wingdings" panose="05000000000000000000" pitchFamily="2" charset="2"/>
              </a:rPr>
              <a:t>ws</a:t>
            </a:r>
            <a:r>
              <a:rPr lang="en-GB" sz="2800" dirty="0">
                <a:solidFill>
                  <a:srgbClr val="0070C0"/>
                </a:solidFill>
                <a:sym typeface="Wingdings" panose="05000000000000000000" pitchFamily="2" charset="2"/>
              </a:rPr>
              <a:t> (609)</a:t>
            </a:r>
          </a:p>
          <a:p>
            <a:pPr marL="285750" indent="-285750">
              <a:lnSpc>
                <a:spcPct val="150000"/>
              </a:lnSpc>
              <a:spcBef>
                <a:spcPts val="300"/>
              </a:spcBef>
              <a:buFont typeface="Wingdings" panose="05000000000000000000" pitchFamily="2" charset="2"/>
              <a:buChar char="q"/>
            </a:pPr>
            <a:r>
              <a:rPr lang="en-GB" sz="2800" dirty="0">
                <a:solidFill>
                  <a:srgbClr val="0070C0"/>
                </a:solidFill>
              </a:rPr>
              <a:t> Time operators </a:t>
            </a:r>
            <a:r>
              <a:rPr lang="en-GB" sz="2800" dirty="0">
                <a:solidFill>
                  <a:srgbClr val="0070C0"/>
                </a:solidFill>
                <a:sym typeface="Wingdings" panose="05000000000000000000" pitchFamily="2" charset="2"/>
              </a:rPr>
              <a:t> Temporals </a:t>
            </a:r>
            <a:r>
              <a:rPr lang="en-GB" sz="2800" dirty="0" err="1">
                <a:solidFill>
                  <a:srgbClr val="0070C0"/>
                </a:solidFill>
                <a:sym typeface="Wingdings" panose="05000000000000000000" pitchFamily="2" charset="2"/>
              </a:rPr>
              <a:t>ws</a:t>
            </a:r>
            <a:endParaRPr lang="en-GB" sz="2800" dirty="0">
              <a:solidFill>
                <a:srgbClr val="0070C0"/>
              </a:solidFill>
              <a:sym typeface="Wingdings" panose="05000000000000000000" pitchFamily="2" charset="2"/>
            </a:endParaRPr>
          </a:p>
          <a:p>
            <a:pPr marL="285750" indent="-285750">
              <a:lnSpc>
                <a:spcPct val="150000"/>
              </a:lnSpc>
              <a:spcBef>
                <a:spcPts val="300"/>
              </a:spcBef>
              <a:buFont typeface="Wingdings" panose="05000000000000000000" pitchFamily="2" charset="2"/>
              <a:buChar char="q"/>
            </a:pPr>
            <a:r>
              <a:rPr lang="en-GB" sz="2800" dirty="0">
                <a:solidFill>
                  <a:srgbClr val="0070C0"/>
                </a:solidFill>
                <a:sym typeface="Wingdings" panose="05000000000000000000" pitchFamily="2" charset="2"/>
              </a:rPr>
              <a:t> UDO refactoring  UDO </a:t>
            </a:r>
            <a:r>
              <a:rPr lang="en-GB" sz="2800" dirty="0" err="1">
                <a:solidFill>
                  <a:srgbClr val="0070C0"/>
                </a:solidFill>
                <a:sym typeface="Wingdings" panose="05000000000000000000" pitchFamily="2" charset="2"/>
              </a:rPr>
              <a:t>wp</a:t>
            </a:r>
            <a:endParaRPr lang="en-GB" sz="2800" dirty="0">
              <a:solidFill>
                <a:srgbClr val="0070C0"/>
              </a:solidFill>
              <a:sym typeface="Wingdings" panose="05000000000000000000" pitchFamily="2" charset="2"/>
            </a:endParaRPr>
          </a:p>
          <a:p>
            <a:pPr marL="285750" indent="-285750">
              <a:lnSpc>
                <a:spcPct val="150000"/>
              </a:lnSpc>
              <a:spcBef>
                <a:spcPts val="300"/>
              </a:spcBef>
              <a:buFont typeface="Wingdings" panose="05000000000000000000" pitchFamily="2" charset="2"/>
              <a:buChar char="q"/>
            </a:pPr>
            <a:r>
              <a:rPr lang="en-GB" sz="2800" dirty="0">
                <a:solidFill>
                  <a:srgbClr val="0070C0"/>
                </a:solidFill>
                <a:sym typeface="Wingdings" panose="05000000000000000000" pitchFamily="2" charset="2"/>
              </a:rPr>
              <a:t> Enable expression in lists (PR #567)  Set of components </a:t>
            </a:r>
            <a:r>
              <a:rPr lang="en-GB" sz="2800" dirty="0" err="1">
                <a:solidFill>
                  <a:srgbClr val="0070C0"/>
                </a:solidFill>
                <a:sym typeface="Wingdings" panose="05000000000000000000" pitchFamily="2" charset="2"/>
              </a:rPr>
              <a:t>wp</a:t>
            </a:r>
            <a:endParaRPr lang="en-GB" sz="2800" dirty="0">
              <a:solidFill>
                <a:srgbClr val="0070C0"/>
              </a:solidFill>
              <a:sym typeface="Wingdings" panose="05000000000000000000" pitchFamily="2" charset="2"/>
            </a:endParaRPr>
          </a:p>
          <a:p>
            <a:pPr marL="285750" indent="-285750">
              <a:lnSpc>
                <a:spcPct val="150000"/>
              </a:lnSpc>
              <a:spcBef>
                <a:spcPts val="300"/>
              </a:spcBef>
              <a:buFont typeface="Wingdings" panose="05000000000000000000" pitchFamily="2" charset="2"/>
              <a:buChar char="q"/>
            </a:pPr>
            <a:r>
              <a:rPr lang="en-GB" sz="2800" dirty="0">
                <a:solidFill>
                  <a:srgbClr val="0070C0"/>
                </a:solidFill>
                <a:sym typeface="Wingdings" panose="05000000000000000000" pitchFamily="2" charset="2"/>
              </a:rPr>
              <a:t> sub operator (#390)  Antonio/Javier (?)</a:t>
            </a:r>
          </a:p>
          <a:p>
            <a:pPr marL="285750" indent="-285750">
              <a:lnSpc>
                <a:spcPct val="150000"/>
              </a:lnSpc>
              <a:spcBef>
                <a:spcPts val="300"/>
              </a:spcBef>
              <a:buFont typeface="Wingdings" panose="05000000000000000000" pitchFamily="2" charset="2"/>
              <a:buChar char="q"/>
            </a:pPr>
            <a:r>
              <a:rPr lang="en-GB" sz="2800" dirty="0">
                <a:solidFill>
                  <a:srgbClr val="0070C0"/>
                </a:solidFill>
                <a:sym typeface="Wingdings" panose="05000000000000000000" pitchFamily="2" charset="2"/>
              </a:rPr>
              <a:t> TCK (PR #565)  Nicolas/Javier (?) </a:t>
            </a:r>
          </a:p>
          <a:p>
            <a:pPr marL="285750" indent="-285750">
              <a:lnSpc>
                <a:spcPct val="150000"/>
              </a:lnSpc>
              <a:spcBef>
                <a:spcPts val="300"/>
              </a:spcBef>
              <a:buFont typeface="Wingdings" panose="05000000000000000000" pitchFamily="2" charset="2"/>
              <a:buChar char="q"/>
            </a:pPr>
            <a:r>
              <a:rPr lang="en-GB" sz="2800" dirty="0">
                <a:solidFill>
                  <a:srgbClr val="0070C0"/>
                </a:solidFill>
                <a:sym typeface="Wingdings" panose="05000000000000000000" pitchFamily="2" charset="2"/>
              </a:rPr>
              <a:t> Versioning model and architecture </a:t>
            </a:r>
            <a:r>
              <a:rPr lang="en-GB" sz="2800">
                <a:solidFill>
                  <a:srgbClr val="0070C0"/>
                </a:solidFill>
                <a:sym typeface="Wingdings" panose="05000000000000000000" pitchFamily="2" charset="2"/>
              </a:rPr>
              <a:t> Javier</a:t>
            </a:r>
          </a:p>
          <a:p>
            <a:pPr marL="285750" indent="-285750">
              <a:lnSpc>
                <a:spcPct val="150000"/>
              </a:lnSpc>
              <a:spcBef>
                <a:spcPts val="300"/>
              </a:spcBef>
              <a:buFont typeface="Wingdings" panose="05000000000000000000" pitchFamily="2" charset="2"/>
              <a:buChar char="q"/>
            </a:pPr>
            <a:r>
              <a:rPr lang="en-GB" sz="2800">
                <a:solidFill>
                  <a:srgbClr val="0070C0"/>
                </a:solidFill>
                <a:sym typeface="Wingdings" panose="05000000000000000000" pitchFamily="2" charset="2"/>
              </a:rPr>
              <a:t> </a:t>
            </a:r>
            <a:r>
              <a:rPr lang="en-GB" sz="2800" dirty="0">
                <a:solidFill>
                  <a:srgbClr val="0070C0"/>
                </a:solidFill>
                <a:sym typeface="Wingdings" panose="05000000000000000000" pitchFamily="2" charset="2"/>
              </a:rPr>
              <a:t>Standard error documentation (#660)  Javier</a:t>
            </a:r>
          </a:p>
        </p:txBody>
      </p:sp>
      <p:sp>
        <p:nvSpPr>
          <p:cNvPr id="11" name="CasellaDiTesto 10">
            <a:extLst>
              <a:ext uri="{FF2B5EF4-FFF2-40B4-BE49-F238E27FC236}">
                <a16:creationId xmlns:a16="http://schemas.microsoft.com/office/drawing/2014/main" id="{137C07C9-5ABA-1E4E-3716-7B902AA4B505}"/>
              </a:ext>
            </a:extLst>
          </p:cNvPr>
          <p:cNvSpPr txBox="1"/>
          <p:nvPr/>
        </p:nvSpPr>
        <p:spPr>
          <a:xfrm>
            <a:off x="11540067" y="6473412"/>
            <a:ext cx="319424" cy="236456"/>
          </a:xfrm>
          <a:prstGeom prst="rect">
            <a:avLst/>
          </a:prstGeom>
          <a:noFill/>
          <a:ln>
            <a:noFill/>
          </a:ln>
        </p:spPr>
        <p:txBody>
          <a:bodyPr spcFirstLastPara="1" wrap="square" lIns="91425" tIns="45700" rIns="91425" bIns="45700" rtlCol="0" anchor="t" anchorCtr="0">
            <a:noAutofit/>
          </a:bodyPr>
          <a:lstStyle/>
          <a:p>
            <a:pPr algn="ctr"/>
            <a:fld id="{B1CC2AB6-8239-48B8-A2E2-EB62212215BC}" type="slidenum">
              <a:rPr lang="it-IT" smtClean="0">
                <a:solidFill>
                  <a:srgbClr val="0070C0"/>
                </a:solidFill>
              </a:rPr>
              <a:pPr algn="ctr"/>
              <a:t>9</a:t>
            </a:fld>
            <a:endParaRPr lang="it-IT" dirty="0">
              <a:solidFill>
                <a:srgbClr val="0070C0"/>
              </a:solidFill>
            </a:endParaRPr>
          </a:p>
        </p:txBody>
      </p:sp>
      <p:sp>
        <p:nvSpPr>
          <p:cNvPr id="3" name="Rettangolo 2">
            <a:extLst>
              <a:ext uri="{FF2B5EF4-FFF2-40B4-BE49-F238E27FC236}">
                <a16:creationId xmlns:a16="http://schemas.microsoft.com/office/drawing/2014/main" id="{AD4D3198-16BB-D7D4-9013-9017CBFC4CB8}"/>
              </a:ext>
            </a:extLst>
          </p:cNvPr>
          <p:cNvSpPr/>
          <p:nvPr/>
        </p:nvSpPr>
        <p:spPr>
          <a:xfrm>
            <a:off x="3933247" y="6473412"/>
            <a:ext cx="3957686" cy="307777"/>
          </a:xfrm>
          <a:prstGeom prst="rect">
            <a:avLst/>
          </a:prstGeom>
        </p:spPr>
        <p:txBody>
          <a:bodyPr wrap="square">
            <a:spAutoFit/>
          </a:bodyPr>
          <a:lstStyle/>
          <a:p>
            <a:pPr algn="ctr"/>
            <a:r>
              <a:rPr lang="en-GB" dirty="0">
                <a:solidFill>
                  <a:srgbClr val="0070C0"/>
                </a:solidFill>
              </a:rPr>
              <a:t>VTL TF Meeting – Rome 30 January 2026</a:t>
            </a:r>
            <a:endParaRPr lang="it-IT" dirty="0">
              <a:solidFill>
                <a:srgbClr val="0070C0"/>
              </a:solidFill>
            </a:endParaRPr>
          </a:p>
        </p:txBody>
      </p:sp>
      <p:grpSp>
        <p:nvGrpSpPr>
          <p:cNvPr id="12" name="Gruppo 11">
            <a:extLst>
              <a:ext uri="{FF2B5EF4-FFF2-40B4-BE49-F238E27FC236}">
                <a16:creationId xmlns:a16="http://schemas.microsoft.com/office/drawing/2014/main" id="{A179DA03-435E-1F74-D57C-1C09D9DE9E02}"/>
              </a:ext>
            </a:extLst>
          </p:cNvPr>
          <p:cNvGrpSpPr/>
          <p:nvPr/>
        </p:nvGrpSpPr>
        <p:grpSpPr>
          <a:xfrm>
            <a:off x="3829730" y="163331"/>
            <a:ext cx="3071402" cy="684512"/>
            <a:chOff x="228579" y="0"/>
            <a:chExt cx="6988292" cy="684512"/>
          </a:xfrm>
        </p:grpSpPr>
        <p:sp>
          <p:nvSpPr>
            <p:cNvPr id="13" name="Rettangolo arrotondato 5">
              <a:extLst>
                <a:ext uri="{FF2B5EF4-FFF2-40B4-BE49-F238E27FC236}">
                  <a16:creationId xmlns:a16="http://schemas.microsoft.com/office/drawing/2014/main" id="{88463792-B070-0CF4-5862-3F781022E754}"/>
                </a:ext>
              </a:extLst>
            </p:cNvPr>
            <p:cNvSpPr/>
            <p:nvPr/>
          </p:nvSpPr>
          <p:spPr>
            <a:xfrm>
              <a:off x="228579" y="0"/>
              <a:ext cx="6988292" cy="684512"/>
            </a:xfrm>
            <a:prstGeom prst="roundRect">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it-IT"/>
            </a:p>
          </p:txBody>
        </p:sp>
        <p:sp>
          <p:nvSpPr>
            <p:cNvPr id="14" name="CasellaDiTesto 13">
              <a:extLst>
                <a:ext uri="{FF2B5EF4-FFF2-40B4-BE49-F238E27FC236}">
                  <a16:creationId xmlns:a16="http://schemas.microsoft.com/office/drawing/2014/main" id="{E4098141-BD67-4960-289E-105B0FDBB67C}"/>
                </a:ext>
              </a:extLst>
            </p:cNvPr>
            <p:cNvSpPr txBox="1"/>
            <p:nvPr/>
          </p:nvSpPr>
          <p:spPr>
            <a:xfrm>
              <a:off x="228579" y="33415"/>
              <a:ext cx="6921462" cy="6176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4226" tIns="0" rIns="194226" bIns="0" numCol="1" spcCol="1270" anchor="ctr" anchorCtr="0">
              <a:noAutofit/>
            </a:bodyPr>
            <a:lstStyle/>
            <a:p>
              <a:pPr lvl="0" algn="l" defTabSz="1066800">
                <a:lnSpc>
                  <a:spcPct val="90000"/>
                </a:lnSpc>
                <a:spcBef>
                  <a:spcPct val="0"/>
                </a:spcBef>
                <a:spcAft>
                  <a:spcPct val="35000"/>
                </a:spcAft>
              </a:pPr>
              <a:r>
                <a:rPr lang="en-US" sz="4000" kern="1200" dirty="0"/>
                <a:t>Open topics</a:t>
              </a:r>
              <a:endParaRPr lang="en-GB" sz="4000" kern="1200" dirty="0"/>
            </a:p>
          </p:txBody>
        </p:sp>
      </p:grpSp>
    </p:spTree>
    <p:extLst>
      <p:ext uri="{BB962C8B-B14F-4D97-AF65-F5344CB8AC3E}">
        <p14:creationId xmlns:p14="http://schemas.microsoft.com/office/powerpoint/2010/main" val="158440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0C1E-6A7E-0AA2-45EC-12D0575934F7}"/>
              </a:ext>
            </a:extLst>
          </p:cNvPr>
          <p:cNvSpPr>
            <a:spLocks noGrp="1"/>
          </p:cNvSpPr>
          <p:nvPr>
            <p:ph type="title"/>
          </p:nvPr>
        </p:nvSpPr>
        <p:spPr/>
        <p:txBody>
          <a:bodyPr/>
          <a:lstStyle/>
          <a:p>
            <a:r>
              <a:rPr lang="en-US" dirty="0"/>
              <a:t>QUESTION TIME</a:t>
            </a:r>
            <a:endParaRPr lang="en-GB" dirty="0"/>
          </a:p>
        </p:txBody>
      </p:sp>
      <p:pic>
        <p:nvPicPr>
          <p:cNvPr id="3" name="Immagin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3324" y="1483655"/>
            <a:ext cx="6168043" cy="3246288"/>
          </a:xfrm>
          <a:prstGeom prst="rect">
            <a:avLst/>
          </a:prstGeom>
        </p:spPr>
      </p:pic>
      <p:sp>
        <p:nvSpPr>
          <p:cNvPr id="5" name="CasellaDiTesto 4">
            <a:extLst>
              <a:ext uri="{FF2B5EF4-FFF2-40B4-BE49-F238E27FC236}">
                <a16:creationId xmlns:a16="http://schemas.microsoft.com/office/drawing/2014/main" id="{9A85EC8A-AA14-4462-C0BE-974A9111AA4D}"/>
              </a:ext>
            </a:extLst>
          </p:cNvPr>
          <p:cNvSpPr txBox="1"/>
          <p:nvPr/>
        </p:nvSpPr>
        <p:spPr>
          <a:xfrm>
            <a:off x="11540067" y="6473412"/>
            <a:ext cx="319424" cy="236456"/>
          </a:xfrm>
          <a:prstGeom prst="rect">
            <a:avLst/>
          </a:prstGeom>
          <a:noFill/>
          <a:ln>
            <a:noFill/>
          </a:ln>
        </p:spPr>
        <p:txBody>
          <a:bodyPr spcFirstLastPara="1" wrap="square" lIns="91425" tIns="45700" rIns="91425" bIns="45700" rtlCol="0" anchor="t" anchorCtr="0">
            <a:noAutofit/>
          </a:bodyPr>
          <a:lstStyle/>
          <a:p>
            <a:pPr algn="ctr"/>
            <a:fld id="{B1CC2AB6-8239-48B8-A2E2-EB62212215BC}" type="slidenum">
              <a:rPr lang="it-IT" smtClean="0">
                <a:solidFill>
                  <a:srgbClr val="0070C0"/>
                </a:solidFill>
              </a:rPr>
              <a:pPr algn="ctr"/>
              <a:t>10</a:t>
            </a:fld>
            <a:endParaRPr lang="it-IT" dirty="0">
              <a:solidFill>
                <a:srgbClr val="0070C0"/>
              </a:solidFill>
            </a:endParaRPr>
          </a:p>
        </p:txBody>
      </p:sp>
      <p:sp>
        <p:nvSpPr>
          <p:cNvPr id="4" name="Rettangolo 3">
            <a:extLst>
              <a:ext uri="{FF2B5EF4-FFF2-40B4-BE49-F238E27FC236}">
                <a16:creationId xmlns:a16="http://schemas.microsoft.com/office/drawing/2014/main" id="{E7E117D9-6AFA-B5E4-093D-F774466C784E}"/>
              </a:ext>
            </a:extLst>
          </p:cNvPr>
          <p:cNvSpPr/>
          <p:nvPr/>
        </p:nvSpPr>
        <p:spPr>
          <a:xfrm>
            <a:off x="3933247" y="6473412"/>
            <a:ext cx="3957686" cy="307777"/>
          </a:xfrm>
          <a:prstGeom prst="rect">
            <a:avLst/>
          </a:prstGeom>
        </p:spPr>
        <p:txBody>
          <a:bodyPr wrap="square">
            <a:spAutoFit/>
          </a:bodyPr>
          <a:lstStyle/>
          <a:p>
            <a:pPr algn="ctr"/>
            <a:r>
              <a:rPr lang="en-GB" dirty="0">
                <a:solidFill>
                  <a:srgbClr val="0070C0"/>
                </a:solidFill>
              </a:rPr>
              <a:t>VTL TF Meeting – Rome 30 January 2026</a:t>
            </a:r>
            <a:endParaRPr lang="it-IT" dirty="0">
              <a:solidFill>
                <a:srgbClr val="0070C0"/>
              </a:solidFill>
            </a:endParaRPr>
          </a:p>
        </p:txBody>
      </p:sp>
    </p:spTree>
    <p:extLst>
      <p:ext uri="{BB962C8B-B14F-4D97-AF65-F5344CB8AC3E}">
        <p14:creationId xmlns:p14="http://schemas.microsoft.com/office/powerpoint/2010/main" val="3487701972"/>
      </p:ext>
    </p:extLst>
  </p:cSld>
  <p:clrMapOvr>
    <a:masterClrMapping/>
  </p:clrMapOvr>
</p:sld>
</file>

<file path=ppt/theme/theme1.xml><?xml version="1.0" encoding="utf-8"?>
<a:theme xmlns:a="http://schemas.openxmlformats.org/drawingml/2006/main" name="1_Custom Design">
  <a:themeElements>
    <a:clrScheme name="Custom 1">
      <a:dk1>
        <a:sysClr val="windowText" lastClr="000000"/>
      </a:dk1>
      <a:lt1>
        <a:sysClr val="window" lastClr="FFFFFF"/>
      </a:lt1>
      <a:dk2>
        <a:srgbClr val="44546A"/>
      </a:dk2>
      <a:lt2>
        <a:srgbClr val="E7E6E6"/>
      </a:lt2>
      <a:accent1>
        <a:srgbClr val="73C1C7"/>
      </a:accent1>
      <a:accent2>
        <a:srgbClr val="7FD6DD"/>
      </a:accent2>
      <a:accent3>
        <a:srgbClr val="95DCD6"/>
      </a:accent3>
      <a:accent4>
        <a:srgbClr val="BEEBE9"/>
      </a:accent4>
      <a:accent5>
        <a:srgbClr val="3C3C3B"/>
      </a:accent5>
      <a:accent6>
        <a:srgbClr val="C0000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spcFirstLastPara="1" wrap="square" lIns="91425" tIns="45700" rIns="91425" bIns="45700" anchor="t" anchorCtr="0">
        <a:noAutofit/>
      </a:bodyPr>
      <a:lstStyle>
        <a:defPPr algn="l">
          <a:defRPr dirty="0"/>
        </a:defPPr>
      </a:lstStyle>
    </a:txDef>
  </a:objectDefaults>
  <a:extraClrSchemeLst/>
  <a:extLst>
    <a:ext uri="{05A4C25C-085E-4340-85A3-A5531E510DB2}">
      <thm15:themeFamily xmlns:thm15="http://schemas.microsoft.com/office/thememl/2012/main" name="Presentation1" id="{411FA8D3-4ADF-4E85-AA60-A2D3231085C6}" vid="{2F9A8AAD-12B9-4FA4-A17B-3B6AD4E77386}"/>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11FA8D3-4ADF-4E85-AA60-A2D3231085C6}" vid="{918DC115-B581-4EAD-ADF8-96F34649360B}"/>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11FA8D3-4ADF-4E85-AA60-A2D3231085C6}" vid="{C81F8593-8DA3-4DF8-B508-3E205BDA57DE}"/>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1947E28A6E3A543ABB84D513D2E4D64" ma:contentTypeVersion="9" ma:contentTypeDescription="Create a new document." ma:contentTypeScope="" ma:versionID="24d4c910d746fd0ca323440cc779f9d0">
  <xsd:schema xmlns:xsd="http://www.w3.org/2001/XMLSchema" xmlns:xs="http://www.w3.org/2001/XMLSchema" xmlns:p="http://schemas.microsoft.com/office/2006/metadata/properties" xmlns:ns2="8072c84e-2aea-4abf-9e6c-d00c99f6278f" targetNamespace="http://schemas.microsoft.com/office/2006/metadata/properties" ma:root="true" ma:fieldsID="d86c774a6e1e0d837dfb859a788140a9" ns2:_="">
    <xsd:import namespace="8072c84e-2aea-4abf-9e6c-d00c99f6278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72c84e-2aea-4abf-9e6c-d00c99f627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2FE797-DB3E-4F4F-BC12-0AFD85520CB1}">
  <ds:schemaRefs>
    <ds:schemaRef ds:uri="http://schemas.microsoft.com/sharepoint/v3/contenttype/forms"/>
  </ds:schemaRefs>
</ds:datastoreItem>
</file>

<file path=customXml/itemProps2.xml><?xml version="1.0" encoding="utf-8"?>
<ds:datastoreItem xmlns:ds="http://schemas.openxmlformats.org/officeDocument/2006/customXml" ds:itemID="{1C43F7F7-C2A0-4F6D-A54B-41F78133D501}">
  <ds:schemaRefs>
    <ds:schemaRef ds:uri="8072c84e-2aea-4abf-9e6c-d00c99f627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8D0112C-7F05-4279-A57D-A778C2D53CFD}">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8072c84e-2aea-4abf-9e6c-d00c99f6278f"/>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meaningfulData_wide</Template>
  <TotalTime>7028</TotalTime>
  <Words>823</Words>
  <Application>Microsoft Office PowerPoint</Application>
  <PresentationFormat>Widescreen</PresentationFormat>
  <Paragraphs>160</Paragraphs>
  <Slides>10</Slides>
  <Notes>1</Notes>
  <HiddenSlides>0</HiddenSlides>
  <MMClips>0</MMClips>
  <ScaleCrop>false</ScaleCrop>
  <HeadingPairs>
    <vt:vector size="6" baseType="variant">
      <vt:variant>
        <vt:lpstr>Caratteri utilizzati</vt:lpstr>
      </vt:variant>
      <vt:variant>
        <vt:i4>6</vt:i4>
      </vt:variant>
      <vt:variant>
        <vt:lpstr>Tema</vt:lpstr>
      </vt:variant>
      <vt:variant>
        <vt:i4>3</vt:i4>
      </vt:variant>
      <vt:variant>
        <vt:lpstr>Titoli diapositive</vt:lpstr>
      </vt:variant>
      <vt:variant>
        <vt:i4>10</vt:i4>
      </vt:variant>
    </vt:vector>
  </HeadingPairs>
  <TitlesOfParts>
    <vt:vector size="19" baseType="lpstr">
      <vt:lpstr>Arial</vt:lpstr>
      <vt:lpstr>Source Sans Pro Light</vt:lpstr>
      <vt:lpstr>Calibri</vt:lpstr>
      <vt:lpstr>Cambria</vt:lpstr>
      <vt:lpstr>Haettenschweiler</vt:lpstr>
      <vt:lpstr>Wingdings</vt:lpstr>
      <vt:lpstr>1_Custom Design</vt:lpstr>
      <vt:lpstr>Custom Design</vt:lpstr>
      <vt:lpstr>2_Custom Design</vt:lpstr>
      <vt:lpstr>  VTL Task Force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QUESTION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Angelo Linardi</dc:creator>
  <cp:lastModifiedBy>Angelo Linardi</cp:lastModifiedBy>
  <cp:revision>381</cp:revision>
  <dcterms:created xsi:type="dcterms:W3CDTF">2023-05-08T10:17:57Z</dcterms:created>
  <dcterms:modified xsi:type="dcterms:W3CDTF">2026-01-30T09:56:08Z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0x01010001947E28A6E3A543ABB84D513D2E4D64</vt:lpwstr>
  </property>
</Properties>
</file>